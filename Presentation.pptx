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4"/>
  </p:notesMasterIdLst>
  <p:sldIdLst>
    <p:sldId id="256" r:id="rId5"/>
    <p:sldId id="299" r:id="rId6"/>
    <p:sldId id="300" r:id="rId7"/>
    <p:sldId id="301" r:id="rId8"/>
    <p:sldId id="302" r:id="rId9"/>
    <p:sldId id="303" r:id="rId10"/>
    <p:sldId id="286" r:id="rId11"/>
    <p:sldId id="287" r:id="rId12"/>
    <p:sldId id="288" r:id="rId13"/>
    <p:sldId id="289" r:id="rId14"/>
    <p:sldId id="290" r:id="rId15"/>
    <p:sldId id="257" r:id="rId16"/>
    <p:sldId id="258" r:id="rId17"/>
    <p:sldId id="291" r:id="rId18"/>
    <p:sldId id="259" r:id="rId19"/>
    <p:sldId id="260" r:id="rId20"/>
    <p:sldId id="261" r:id="rId21"/>
    <p:sldId id="262" r:id="rId22"/>
    <p:sldId id="263" r:id="rId23"/>
    <p:sldId id="292" r:id="rId24"/>
    <p:sldId id="294" r:id="rId25"/>
    <p:sldId id="293" r:id="rId26"/>
    <p:sldId id="295" r:id="rId27"/>
    <p:sldId id="296" r:id="rId28"/>
    <p:sldId id="304" r:id="rId29"/>
    <p:sldId id="305" r:id="rId30"/>
    <p:sldId id="264" r:id="rId31"/>
    <p:sldId id="266" r:id="rId32"/>
    <p:sldId id="265" r:id="rId33"/>
    <p:sldId id="267" r:id="rId34"/>
    <p:sldId id="270" r:id="rId35"/>
    <p:sldId id="268" r:id="rId36"/>
    <p:sldId id="269" r:id="rId37"/>
    <p:sldId id="271" r:id="rId38"/>
    <p:sldId id="272" r:id="rId39"/>
    <p:sldId id="273" r:id="rId40"/>
    <p:sldId id="274" r:id="rId41"/>
    <p:sldId id="275" r:id="rId42"/>
    <p:sldId id="276" r:id="rId43"/>
    <p:sldId id="297" r:id="rId44"/>
    <p:sldId id="277" r:id="rId45"/>
    <p:sldId id="278" r:id="rId46"/>
    <p:sldId id="298" r:id="rId47"/>
    <p:sldId id="279" r:id="rId48"/>
    <p:sldId id="281" r:id="rId49"/>
    <p:sldId id="280" r:id="rId50"/>
    <p:sldId id="282" r:id="rId51"/>
    <p:sldId id="283" r:id="rId52"/>
    <p:sldId id="285"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showGuides="1">
      <p:cViewPr varScale="1">
        <p:scale>
          <a:sx n="59" d="100"/>
          <a:sy n="59" d="100"/>
        </p:scale>
        <p:origin x="56" y="52"/>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FFFA-4150-9DDD-F149591A6655}"/>
              </c:ext>
            </c:extLst>
          </c:dPt>
          <c:dPt>
            <c:idx val="1"/>
            <c:bubble3D val="0"/>
            <c:spPr>
              <a:solidFill>
                <a:schemeClr val="accent2"/>
              </a:solidFill>
              <a:ln w="19050">
                <a:noFill/>
              </a:ln>
              <a:effectLst/>
            </c:spPr>
            <c:extLst>
              <c:ext xmlns:c16="http://schemas.microsoft.com/office/drawing/2014/chart" uri="{C3380CC4-5D6E-409C-BE32-E72D297353CC}">
                <c16:uniqueId val="{00000003-FFFA-4150-9DDD-F149591A6655}"/>
              </c:ext>
            </c:extLst>
          </c:dPt>
          <c:dPt>
            <c:idx val="2"/>
            <c:bubble3D val="0"/>
            <c:spPr>
              <a:solidFill>
                <a:schemeClr val="accent3"/>
              </a:solidFill>
              <a:ln w="19050">
                <a:noFill/>
              </a:ln>
              <a:effectLst/>
            </c:spPr>
            <c:extLst>
              <c:ext xmlns:c16="http://schemas.microsoft.com/office/drawing/2014/chart" uri="{C3380CC4-5D6E-409C-BE32-E72D297353CC}">
                <c16:uniqueId val="{00000005-FFFA-4150-9DDD-F149591A6655}"/>
              </c:ext>
            </c:extLst>
          </c:dPt>
          <c:dPt>
            <c:idx val="3"/>
            <c:bubble3D val="0"/>
            <c:spPr>
              <a:solidFill>
                <a:schemeClr val="accent4"/>
              </a:solidFill>
              <a:ln w="19050">
                <a:noFill/>
              </a:ln>
              <a:effectLst/>
            </c:spPr>
            <c:extLst>
              <c:ext xmlns:c16="http://schemas.microsoft.com/office/drawing/2014/chart" uri="{C3380CC4-5D6E-409C-BE32-E72D297353CC}">
                <c16:uniqueId val="{00000007-FFFA-4150-9DDD-F149591A6655}"/>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570A-495F-B69D-BA2D1A2C2887}"/>
            </c:ext>
          </c:extLst>
        </c:ser>
        <c:dLbls>
          <c:showLegendKey val="0"/>
          <c:showVal val="0"/>
          <c:showCatName val="0"/>
          <c:showSerName val="0"/>
          <c:showPercent val="0"/>
          <c:showBubbleSize val="0"/>
          <c:showLeaderLines val="1"/>
        </c:dLbls>
        <c:firstSliceAng val="0"/>
        <c:holeSize val="60"/>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F55-4B80-A04E-F639701C1A66}"/>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F55-4B80-A04E-F639701C1A66}"/>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F55-4B80-A04E-F639701C1A66}"/>
            </c:ext>
          </c:extLst>
        </c:ser>
        <c:dLbls>
          <c:showLegendKey val="0"/>
          <c:showVal val="0"/>
          <c:showCatName val="0"/>
          <c:showSerName val="0"/>
          <c:showPercent val="0"/>
          <c:showBubbleSize val="0"/>
        </c:dLbls>
        <c:gapWidth val="219"/>
        <c:overlap val="-27"/>
        <c:axId val="2062300591"/>
        <c:axId val="2062298671"/>
      </c:barChart>
      <c:catAx>
        <c:axId val="2062300591"/>
        <c:scaling>
          <c:orientation val="minMax"/>
        </c:scaling>
        <c:delete val="1"/>
        <c:axPos val="b"/>
        <c:numFmt formatCode="General" sourceLinked="1"/>
        <c:majorTickMark val="none"/>
        <c:minorTickMark val="none"/>
        <c:tickLblPos val="nextTo"/>
        <c:crossAx val="2062298671"/>
        <c:crosses val="autoZero"/>
        <c:auto val="1"/>
        <c:lblAlgn val="ctr"/>
        <c:lblOffset val="100"/>
        <c:noMultiLvlLbl val="0"/>
      </c:catAx>
      <c:valAx>
        <c:axId val="2062298671"/>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206230059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9C82-49A1-A336-8FD3F28FB8D9}"/>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9C82-49A1-A336-8FD3F28FB8D9}"/>
            </c:ext>
          </c:extLst>
        </c:ser>
        <c:ser>
          <c:idx val="2"/>
          <c:order val="2"/>
          <c:tx>
            <c:strRef>
              <c:f>Sheet1!$D$1</c:f>
              <c:strCache>
                <c:ptCount val="1"/>
                <c:pt idx="0">
                  <c:v>Series 3</c:v>
                </c:pt>
              </c:strCache>
            </c:strRef>
          </c:tx>
          <c:spPr>
            <a:solidFill>
              <a:schemeClr val="bg1"/>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9C82-49A1-A336-8FD3F28FB8D9}"/>
            </c:ext>
          </c:extLst>
        </c:ser>
        <c:dLbls>
          <c:showLegendKey val="0"/>
          <c:showVal val="0"/>
          <c:showCatName val="0"/>
          <c:showSerName val="0"/>
          <c:showPercent val="0"/>
          <c:showBubbleSize val="0"/>
        </c:dLbls>
        <c:gapWidth val="219"/>
        <c:overlap val="-27"/>
        <c:axId val="1545289007"/>
        <c:axId val="1545290927"/>
      </c:barChart>
      <c:catAx>
        <c:axId val="1545289007"/>
        <c:scaling>
          <c:orientation val="minMax"/>
        </c:scaling>
        <c:delete val="1"/>
        <c:axPos val="b"/>
        <c:numFmt formatCode="General" sourceLinked="1"/>
        <c:majorTickMark val="none"/>
        <c:minorTickMark val="none"/>
        <c:tickLblPos val="nextTo"/>
        <c:crossAx val="1545290927"/>
        <c:crosses val="autoZero"/>
        <c:auto val="1"/>
        <c:lblAlgn val="ctr"/>
        <c:lblOffset val="100"/>
        <c:noMultiLvlLbl val="0"/>
      </c:catAx>
      <c:valAx>
        <c:axId val="1545290927"/>
        <c:scaling>
          <c:orientation val="minMax"/>
        </c:scaling>
        <c:delete val="1"/>
        <c:axPos val="l"/>
        <c:majorGridlines>
          <c:spPr>
            <a:ln w="9525" cap="flat" cmpd="sng" algn="ctr">
              <a:solidFill>
                <a:schemeClr val="accent5"/>
              </a:solidFill>
              <a:round/>
            </a:ln>
            <a:effectLst/>
          </c:spPr>
        </c:majorGridlines>
        <c:numFmt formatCode="General" sourceLinked="1"/>
        <c:majorTickMark val="none"/>
        <c:minorTickMark val="none"/>
        <c:tickLblPos val="nextTo"/>
        <c:crossAx val="154528900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bg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241-4DA0-8C3B-03F1F435C776}"/>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241-4DA0-8C3B-03F1F435C776}"/>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4241-4DA0-8C3B-03F1F435C776}"/>
            </c:ext>
          </c:extLst>
        </c:ser>
        <c:dLbls>
          <c:showLegendKey val="0"/>
          <c:showVal val="0"/>
          <c:showCatName val="0"/>
          <c:showSerName val="0"/>
          <c:showPercent val="0"/>
          <c:showBubbleSize val="0"/>
        </c:dLbls>
        <c:gapWidth val="219"/>
        <c:overlap val="-27"/>
        <c:axId val="346157744"/>
        <c:axId val="346158224"/>
      </c:barChart>
      <c:catAx>
        <c:axId val="346157744"/>
        <c:scaling>
          <c:orientation val="minMax"/>
        </c:scaling>
        <c:delete val="1"/>
        <c:axPos val="b"/>
        <c:numFmt formatCode="General" sourceLinked="1"/>
        <c:majorTickMark val="none"/>
        <c:minorTickMark val="none"/>
        <c:tickLblPos val="nextTo"/>
        <c:crossAx val="346158224"/>
        <c:crosses val="autoZero"/>
        <c:auto val="1"/>
        <c:lblAlgn val="ctr"/>
        <c:lblOffset val="100"/>
        <c:noMultiLvlLbl val="0"/>
      </c:catAx>
      <c:valAx>
        <c:axId val="346158224"/>
        <c:scaling>
          <c:orientation val="minMax"/>
        </c:scaling>
        <c:delete val="1"/>
        <c:axPos val="l"/>
        <c:majorGridlines>
          <c:spPr>
            <a:ln w="9525" cap="flat" cmpd="sng" algn="ctr">
              <a:solidFill>
                <a:schemeClr val="bg1"/>
              </a:solidFill>
              <a:round/>
            </a:ln>
            <a:effectLst/>
          </c:spPr>
        </c:majorGridlines>
        <c:numFmt formatCode="General" sourceLinked="1"/>
        <c:majorTickMark val="none"/>
        <c:minorTickMark val="none"/>
        <c:tickLblPos val="nextTo"/>
        <c:crossAx val="34615774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B90D-4778-89A4-1A38FAE39AD4}"/>
            </c:ext>
          </c:extLst>
        </c:ser>
        <c:ser>
          <c:idx val="1"/>
          <c:order val="1"/>
          <c:tx>
            <c:strRef>
              <c:f>Sheet1!$C$1</c:f>
              <c:strCache>
                <c:ptCount val="1"/>
                <c:pt idx="0">
                  <c:v>Series 2</c:v>
                </c:pt>
              </c:strCache>
            </c:strRef>
          </c:tx>
          <c:spPr>
            <a:solidFill>
              <a:schemeClr val="bg1"/>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B90D-4778-89A4-1A38FAE39AD4}"/>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B90D-4778-89A4-1A38FAE39AD4}"/>
            </c:ext>
          </c:extLst>
        </c:ser>
        <c:dLbls>
          <c:showLegendKey val="0"/>
          <c:showVal val="0"/>
          <c:showCatName val="0"/>
          <c:showSerName val="0"/>
          <c:showPercent val="0"/>
          <c:showBubbleSize val="0"/>
        </c:dLbls>
        <c:gapWidth val="219"/>
        <c:overlap val="-27"/>
        <c:axId val="1740597599"/>
        <c:axId val="1740599039"/>
      </c:barChart>
      <c:catAx>
        <c:axId val="1740597599"/>
        <c:scaling>
          <c:orientation val="minMax"/>
        </c:scaling>
        <c:delete val="1"/>
        <c:axPos val="b"/>
        <c:numFmt formatCode="General" sourceLinked="1"/>
        <c:majorTickMark val="none"/>
        <c:minorTickMark val="none"/>
        <c:tickLblPos val="nextTo"/>
        <c:crossAx val="1740599039"/>
        <c:crosses val="autoZero"/>
        <c:auto val="1"/>
        <c:lblAlgn val="ctr"/>
        <c:lblOffset val="100"/>
        <c:noMultiLvlLbl val="0"/>
      </c:catAx>
      <c:valAx>
        <c:axId val="1740599039"/>
        <c:scaling>
          <c:orientation val="minMax"/>
        </c:scaling>
        <c:delete val="1"/>
        <c:axPos val="l"/>
        <c:majorGridlines>
          <c:spPr>
            <a:ln w="9525" cap="flat" cmpd="sng" algn="ctr">
              <a:solidFill>
                <a:schemeClr val="accent5"/>
              </a:solidFill>
              <a:round/>
            </a:ln>
            <a:effectLst/>
          </c:spPr>
        </c:majorGridlines>
        <c:numFmt formatCode="General" sourceLinked="1"/>
        <c:majorTickMark val="none"/>
        <c:minorTickMark val="none"/>
        <c:tickLblPos val="nextTo"/>
        <c:crossAx val="174059759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BECF82-D2F1-4FF3-84E3-2C2B9D8D9C02}" type="datetimeFigureOut">
              <a:rPr lang="en-US" smtClean="0"/>
              <a:t>2/24/2026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D3A5AC-7541-4159-8DDA-3261E9E0936B}" type="slidenum">
              <a:rPr lang="en-US" smtClean="0"/>
              <a:t>‹#›</a:t>
            </a:fld>
            <a:endParaRPr lang="en-US"/>
          </a:p>
        </p:txBody>
      </p:sp>
    </p:spTree>
    <p:extLst>
      <p:ext uri="{BB962C8B-B14F-4D97-AF65-F5344CB8AC3E}">
        <p14:creationId xmlns:p14="http://schemas.microsoft.com/office/powerpoint/2010/main" val="1385497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jp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F6641-4B5B-D917-B4C5-C891673340F9}"/>
              </a:ext>
            </a:extLst>
          </p:cNvPr>
          <p:cNvSpPr>
            <a:spLocks noGrp="1"/>
          </p:cNvSpPr>
          <p:nvPr>
            <p:ph type="ctrTitle"/>
          </p:nvPr>
        </p:nvSpPr>
        <p:spPr>
          <a:xfrm>
            <a:off x="501650" y="719138"/>
            <a:ext cx="5489575" cy="3060862"/>
          </a:xfrm>
        </p:spPr>
        <p:txBody>
          <a:bodyPr anchor="b"/>
          <a:lstStyle>
            <a:lvl1pPr algn="l">
              <a:defRPr sz="4800">
                <a:solidFill>
                  <a:schemeClr val="bg1"/>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50694151-EE15-65F0-C238-D3F188B8B06B}"/>
              </a:ext>
            </a:extLst>
          </p:cNvPr>
          <p:cNvSpPr>
            <a:spLocks noGrp="1"/>
          </p:cNvSpPr>
          <p:nvPr>
            <p:ph type="subTitle" idx="1"/>
          </p:nvPr>
        </p:nvSpPr>
        <p:spPr>
          <a:xfrm>
            <a:off x="501650" y="4104000"/>
            <a:ext cx="5489575" cy="1440000"/>
          </a:xfrm>
        </p:spPr>
        <p:txBody>
          <a:bodyPr anchor="t"/>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8" name="Text Placeholder 7">
            <a:extLst>
              <a:ext uri="{FF2B5EF4-FFF2-40B4-BE49-F238E27FC236}">
                <a16:creationId xmlns:a16="http://schemas.microsoft.com/office/drawing/2014/main" id="{7B489C32-6AD1-0ED7-CF5F-EF2FC923C487}"/>
              </a:ext>
            </a:extLst>
          </p:cNvPr>
          <p:cNvSpPr>
            <a:spLocks noGrp="1"/>
          </p:cNvSpPr>
          <p:nvPr>
            <p:ph type="body" sz="quarter" idx="14" hasCustomPrompt="1"/>
          </p:nvPr>
        </p:nvSpPr>
        <p:spPr>
          <a:xfrm>
            <a:off x="9631363" y="540000"/>
            <a:ext cx="2058987" cy="288000"/>
          </a:xfrm>
        </p:spPr>
        <p:txBody>
          <a:bodyPr/>
          <a:lstStyle>
            <a:lvl1pPr algn="r">
              <a:defRPr sz="1400">
                <a:solidFill>
                  <a:schemeClr val="tx2"/>
                </a:solidFill>
              </a:defRPr>
            </a:lvl1pPr>
          </a:lstStyle>
          <a:p>
            <a:pPr lvl="0"/>
            <a:r>
              <a:rPr lang="en-GB" dirty="0"/>
              <a:t>00.00.00</a:t>
            </a:r>
          </a:p>
        </p:txBody>
      </p:sp>
      <p:sp>
        <p:nvSpPr>
          <p:cNvPr id="6" name="Logo">
            <a:extLst>
              <a:ext uri="{FF2B5EF4-FFF2-40B4-BE49-F238E27FC236}">
                <a16:creationId xmlns:a16="http://schemas.microsoft.com/office/drawing/2014/main" id="{7EB138AC-0CAC-03E9-01A7-03153BB62001}"/>
              </a:ext>
            </a:extLst>
          </p:cNvPr>
          <p:cNvSpPr>
            <a:spLocks noGrp="1"/>
          </p:cNvSpPr>
          <p:nvPr>
            <p:ph type="body" sz="quarter" idx="13" hasCustomPrompt="1"/>
          </p:nvPr>
        </p:nvSpPr>
        <p:spPr>
          <a:xfrm>
            <a:off x="9062350" y="5796000"/>
            <a:ext cx="2628000" cy="691200"/>
          </a:xfrm>
          <a:blipFill>
            <a:blip r:embed="rId3"/>
            <a:stretch>
              <a:fillRect/>
            </a:stretch>
          </a:blipFill>
        </p:spPr>
        <p:txBody>
          <a:bodyPr/>
          <a:lstStyle>
            <a:lvl1pPr>
              <a:defRPr/>
            </a:lvl1pPr>
          </a:lstStyle>
          <a:p>
            <a:pPr lvl="0"/>
            <a:r>
              <a:rPr lang="en-GB" dirty="0"/>
              <a:t> </a:t>
            </a:r>
          </a:p>
        </p:txBody>
      </p:sp>
    </p:spTree>
    <p:extLst>
      <p:ext uri="{BB962C8B-B14F-4D97-AF65-F5344CB8AC3E}">
        <p14:creationId xmlns:p14="http://schemas.microsoft.com/office/powerpoint/2010/main" val="340391861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F6641-4B5B-D917-B4C5-C891673340F9}"/>
              </a:ext>
            </a:extLst>
          </p:cNvPr>
          <p:cNvSpPr>
            <a:spLocks noGrp="1"/>
          </p:cNvSpPr>
          <p:nvPr>
            <p:ph type="ctrTitle"/>
          </p:nvPr>
        </p:nvSpPr>
        <p:spPr>
          <a:xfrm>
            <a:off x="501650" y="719138"/>
            <a:ext cx="5489575" cy="3060862"/>
          </a:xfrm>
        </p:spPr>
        <p:txBody>
          <a:bodyPr anchor="b"/>
          <a:lstStyle>
            <a:lvl1pPr algn="l">
              <a:defRPr sz="48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50694151-EE15-65F0-C238-D3F188B8B06B}"/>
              </a:ext>
            </a:extLst>
          </p:cNvPr>
          <p:cNvSpPr>
            <a:spLocks noGrp="1"/>
          </p:cNvSpPr>
          <p:nvPr>
            <p:ph type="subTitle" idx="1"/>
          </p:nvPr>
        </p:nvSpPr>
        <p:spPr>
          <a:xfrm>
            <a:off x="501650" y="4104000"/>
            <a:ext cx="5489575" cy="1440000"/>
          </a:xfrm>
        </p:spPr>
        <p:txBody>
          <a:bodyPr anchor="t"/>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9" name="Text Placeholder 7">
            <a:extLst>
              <a:ext uri="{FF2B5EF4-FFF2-40B4-BE49-F238E27FC236}">
                <a16:creationId xmlns:a16="http://schemas.microsoft.com/office/drawing/2014/main" id="{0B25D715-60F7-F4BF-FFC6-DB2B1DAE8CD8}"/>
              </a:ext>
            </a:extLst>
          </p:cNvPr>
          <p:cNvSpPr>
            <a:spLocks noGrp="1"/>
          </p:cNvSpPr>
          <p:nvPr>
            <p:ph type="body" sz="quarter" idx="14" hasCustomPrompt="1"/>
          </p:nvPr>
        </p:nvSpPr>
        <p:spPr>
          <a:xfrm>
            <a:off x="9631363" y="540000"/>
            <a:ext cx="2058987" cy="288000"/>
          </a:xfrm>
        </p:spPr>
        <p:txBody>
          <a:bodyPr/>
          <a:lstStyle>
            <a:lvl1pPr algn="r">
              <a:defRPr sz="1400">
                <a:solidFill>
                  <a:schemeClr val="tx2"/>
                </a:solidFill>
              </a:defRPr>
            </a:lvl1pPr>
          </a:lstStyle>
          <a:p>
            <a:pPr lvl="0"/>
            <a:r>
              <a:rPr lang="en-GB" dirty="0"/>
              <a:t>00.00.00</a:t>
            </a:r>
          </a:p>
        </p:txBody>
      </p:sp>
      <p:sp>
        <p:nvSpPr>
          <p:cNvPr id="5" name="Logo">
            <a:extLst>
              <a:ext uri="{FF2B5EF4-FFF2-40B4-BE49-F238E27FC236}">
                <a16:creationId xmlns:a16="http://schemas.microsoft.com/office/drawing/2014/main" id="{CC8E3C22-78BF-DF91-4962-8743B0A6BFD1}"/>
              </a:ext>
            </a:extLst>
          </p:cNvPr>
          <p:cNvSpPr>
            <a:spLocks noGrp="1"/>
          </p:cNvSpPr>
          <p:nvPr>
            <p:ph type="body" sz="quarter" idx="13" hasCustomPrompt="1"/>
          </p:nvPr>
        </p:nvSpPr>
        <p:spPr>
          <a:xfrm>
            <a:off x="9062350" y="5796000"/>
            <a:ext cx="2628000" cy="691200"/>
          </a:xfrm>
          <a:blipFill>
            <a:blip r:embed="rId3"/>
            <a:stretch>
              <a:fillRect/>
            </a:stretch>
          </a:blipFill>
        </p:spPr>
        <p:txBody>
          <a:bodyPr/>
          <a:lstStyle>
            <a:lvl1pPr>
              <a:defRPr/>
            </a:lvl1pPr>
          </a:lstStyle>
          <a:p>
            <a:pPr lvl="0"/>
            <a:r>
              <a:rPr lang="en-GB" dirty="0"/>
              <a:t> </a:t>
            </a:r>
          </a:p>
        </p:txBody>
      </p:sp>
    </p:spTree>
    <p:extLst>
      <p:ext uri="{BB962C8B-B14F-4D97-AF65-F5344CB8AC3E}">
        <p14:creationId xmlns:p14="http://schemas.microsoft.com/office/powerpoint/2010/main" val="854833277"/>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F6641-4B5B-D917-B4C5-C891673340F9}"/>
              </a:ext>
            </a:extLst>
          </p:cNvPr>
          <p:cNvSpPr>
            <a:spLocks noGrp="1"/>
          </p:cNvSpPr>
          <p:nvPr>
            <p:ph type="ctrTitle"/>
          </p:nvPr>
        </p:nvSpPr>
        <p:spPr>
          <a:xfrm>
            <a:off x="501650" y="719138"/>
            <a:ext cx="5489575" cy="3060862"/>
          </a:xfrm>
        </p:spPr>
        <p:txBody>
          <a:bodyPr anchor="b"/>
          <a:lstStyle>
            <a:lvl1pPr algn="l">
              <a:defRPr sz="48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50694151-EE15-65F0-C238-D3F188B8B06B}"/>
              </a:ext>
            </a:extLst>
          </p:cNvPr>
          <p:cNvSpPr>
            <a:spLocks noGrp="1"/>
          </p:cNvSpPr>
          <p:nvPr>
            <p:ph type="subTitle" idx="1"/>
          </p:nvPr>
        </p:nvSpPr>
        <p:spPr>
          <a:xfrm>
            <a:off x="501650" y="4104000"/>
            <a:ext cx="5489575" cy="1440000"/>
          </a:xfrm>
        </p:spPr>
        <p:txBody>
          <a:bodyPr anchor="t"/>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Text Placeholder 7">
            <a:extLst>
              <a:ext uri="{FF2B5EF4-FFF2-40B4-BE49-F238E27FC236}">
                <a16:creationId xmlns:a16="http://schemas.microsoft.com/office/drawing/2014/main" id="{FFC2D60E-276C-FC59-1C1A-6AA8F4282113}"/>
              </a:ext>
            </a:extLst>
          </p:cNvPr>
          <p:cNvSpPr>
            <a:spLocks noGrp="1"/>
          </p:cNvSpPr>
          <p:nvPr>
            <p:ph type="body" sz="quarter" idx="14" hasCustomPrompt="1"/>
          </p:nvPr>
        </p:nvSpPr>
        <p:spPr>
          <a:xfrm>
            <a:off x="9631363" y="540000"/>
            <a:ext cx="2058987" cy="288000"/>
          </a:xfrm>
        </p:spPr>
        <p:txBody>
          <a:bodyPr/>
          <a:lstStyle>
            <a:lvl1pPr algn="r">
              <a:defRPr sz="1400">
                <a:solidFill>
                  <a:schemeClr val="tx2"/>
                </a:solidFill>
              </a:defRPr>
            </a:lvl1pPr>
          </a:lstStyle>
          <a:p>
            <a:pPr lvl="0"/>
            <a:r>
              <a:rPr lang="en-GB" dirty="0"/>
              <a:t>00.00.00</a:t>
            </a:r>
          </a:p>
        </p:txBody>
      </p:sp>
      <p:sp>
        <p:nvSpPr>
          <p:cNvPr id="5" name="Logo">
            <a:extLst>
              <a:ext uri="{FF2B5EF4-FFF2-40B4-BE49-F238E27FC236}">
                <a16:creationId xmlns:a16="http://schemas.microsoft.com/office/drawing/2014/main" id="{B696EDFC-2053-0F8E-DB3F-E900346E43EC}"/>
              </a:ext>
            </a:extLst>
          </p:cNvPr>
          <p:cNvSpPr>
            <a:spLocks noGrp="1"/>
          </p:cNvSpPr>
          <p:nvPr>
            <p:ph type="body" sz="quarter" idx="13" hasCustomPrompt="1"/>
          </p:nvPr>
        </p:nvSpPr>
        <p:spPr>
          <a:xfrm>
            <a:off x="9062350" y="5796000"/>
            <a:ext cx="2628000" cy="691200"/>
          </a:xfrm>
          <a:blipFill>
            <a:blip r:embed="rId3"/>
            <a:stretch>
              <a:fillRect/>
            </a:stretch>
          </a:blipFill>
        </p:spPr>
        <p:txBody>
          <a:bodyPr/>
          <a:lstStyle>
            <a:lvl1pPr>
              <a:defRPr/>
            </a:lvl1pPr>
          </a:lstStyle>
          <a:p>
            <a:pPr lvl="0"/>
            <a:r>
              <a:rPr lang="en-GB" dirty="0"/>
              <a:t> </a:t>
            </a:r>
          </a:p>
        </p:txBody>
      </p:sp>
    </p:spTree>
    <p:extLst>
      <p:ext uri="{BB962C8B-B14F-4D97-AF65-F5344CB8AC3E}">
        <p14:creationId xmlns:p14="http://schemas.microsoft.com/office/powerpoint/2010/main" val="1499705199"/>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Picture box">
    <p:bg>
      <p:bgPr>
        <a:blipFill dpi="0" rotWithShape="1">
          <a:blip r:embed="rId2">
            <a:lum/>
          </a:blip>
          <a:srcRect/>
          <a:stretch>
            <a:fillRect l="-33000" t="-101000" r="19000" b="-100000"/>
          </a:stretch>
        </a:blip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C306DFC1-691E-41AE-5B6B-02BC0F845C24}"/>
              </a:ext>
            </a:extLst>
          </p:cNvPr>
          <p:cNvSpPr>
            <a:spLocks noGrp="1"/>
          </p:cNvSpPr>
          <p:nvPr>
            <p:ph type="pic" sz="quarter" idx="14"/>
          </p:nvPr>
        </p:nvSpPr>
        <p:spPr>
          <a:xfrm>
            <a:off x="5648358" y="0"/>
            <a:ext cx="6543642" cy="6858002"/>
          </a:xfrm>
          <a:custGeom>
            <a:avLst/>
            <a:gdLst>
              <a:gd name="connsiteX0" fmla="*/ 0 w 6543642"/>
              <a:gd name="connsiteY0" fmla="*/ 0 h 6858002"/>
              <a:gd name="connsiteX1" fmla="*/ 6543642 w 6543642"/>
              <a:gd name="connsiteY1" fmla="*/ 0 h 6858002"/>
              <a:gd name="connsiteX2" fmla="*/ 6543642 w 6543642"/>
              <a:gd name="connsiteY2" fmla="*/ 6858002 h 6858002"/>
              <a:gd name="connsiteX3" fmla="*/ 272334 w 6543642"/>
              <a:gd name="connsiteY3" fmla="*/ 6858002 h 6858002"/>
              <a:gd name="connsiteX4" fmla="*/ 1185321 w 6543642"/>
              <a:gd name="connsiteY4" fmla="*/ 3427985 h 6858002"/>
              <a:gd name="connsiteX5" fmla="*/ 0 w 6543642"/>
              <a:gd name="connsiteY5" fmla="*/ 0 h 6858002"/>
              <a:gd name="connsiteX0" fmla="*/ 0 w 6543642"/>
              <a:gd name="connsiteY0" fmla="*/ 0 h 6858002"/>
              <a:gd name="connsiteX1" fmla="*/ 6543642 w 6543642"/>
              <a:gd name="connsiteY1" fmla="*/ 0 h 6858002"/>
              <a:gd name="connsiteX2" fmla="*/ 6543642 w 6543642"/>
              <a:gd name="connsiteY2" fmla="*/ 6858002 h 6858002"/>
              <a:gd name="connsiteX3" fmla="*/ 265191 w 6543642"/>
              <a:gd name="connsiteY3" fmla="*/ 6858002 h 6858002"/>
              <a:gd name="connsiteX4" fmla="*/ 1185321 w 6543642"/>
              <a:gd name="connsiteY4" fmla="*/ 3427985 h 6858002"/>
              <a:gd name="connsiteX5" fmla="*/ 0 w 6543642"/>
              <a:gd name="connsiteY5" fmla="*/ 0 h 6858002"/>
              <a:gd name="connsiteX0" fmla="*/ 0 w 6543642"/>
              <a:gd name="connsiteY0" fmla="*/ 0 h 6858002"/>
              <a:gd name="connsiteX1" fmla="*/ 6543642 w 6543642"/>
              <a:gd name="connsiteY1" fmla="*/ 0 h 6858002"/>
              <a:gd name="connsiteX2" fmla="*/ 6543642 w 6543642"/>
              <a:gd name="connsiteY2" fmla="*/ 6858002 h 6858002"/>
              <a:gd name="connsiteX3" fmla="*/ 265191 w 6543642"/>
              <a:gd name="connsiteY3" fmla="*/ 6858002 h 6858002"/>
              <a:gd name="connsiteX4" fmla="*/ 1185321 w 6543642"/>
              <a:gd name="connsiteY4" fmla="*/ 3427985 h 6858002"/>
              <a:gd name="connsiteX5" fmla="*/ 0 w 6543642"/>
              <a:gd name="connsiteY5" fmla="*/ 0 h 6858002"/>
              <a:gd name="connsiteX0" fmla="*/ 0 w 6543642"/>
              <a:gd name="connsiteY0" fmla="*/ 0 h 6858002"/>
              <a:gd name="connsiteX1" fmla="*/ 6543642 w 6543642"/>
              <a:gd name="connsiteY1" fmla="*/ 0 h 6858002"/>
              <a:gd name="connsiteX2" fmla="*/ 6543642 w 6543642"/>
              <a:gd name="connsiteY2" fmla="*/ 6858002 h 6858002"/>
              <a:gd name="connsiteX3" fmla="*/ 265191 w 6543642"/>
              <a:gd name="connsiteY3" fmla="*/ 6858002 h 6858002"/>
              <a:gd name="connsiteX4" fmla="*/ 1185321 w 6543642"/>
              <a:gd name="connsiteY4" fmla="*/ 3427985 h 6858002"/>
              <a:gd name="connsiteX5" fmla="*/ 0 w 6543642"/>
              <a:gd name="connsiteY5" fmla="*/ 0 h 6858002"/>
              <a:gd name="connsiteX0" fmla="*/ 0 w 6543642"/>
              <a:gd name="connsiteY0" fmla="*/ 0 h 6858002"/>
              <a:gd name="connsiteX1" fmla="*/ 6543642 w 6543642"/>
              <a:gd name="connsiteY1" fmla="*/ 0 h 6858002"/>
              <a:gd name="connsiteX2" fmla="*/ 6543642 w 6543642"/>
              <a:gd name="connsiteY2" fmla="*/ 6858002 h 6858002"/>
              <a:gd name="connsiteX3" fmla="*/ 265191 w 6543642"/>
              <a:gd name="connsiteY3" fmla="*/ 6858002 h 6858002"/>
              <a:gd name="connsiteX4" fmla="*/ 1185321 w 6543642"/>
              <a:gd name="connsiteY4" fmla="*/ 3427985 h 6858002"/>
              <a:gd name="connsiteX5" fmla="*/ 0 w 6543642"/>
              <a:gd name="connsiteY5" fmla="*/ 0 h 6858002"/>
              <a:gd name="connsiteX0" fmla="*/ 0 w 6543642"/>
              <a:gd name="connsiteY0" fmla="*/ 0 h 6858002"/>
              <a:gd name="connsiteX1" fmla="*/ 6543642 w 6543642"/>
              <a:gd name="connsiteY1" fmla="*/ 0 h 6858002"/>
              <a:gd name="connsiteX2" fmla="*/ 6543642 w 6543642"/>
              <a:gd name="connsiteY2" fmla="*/ 6858002 h 6858002"/>
              <a:gd name="connsiteX3" fmla="*/ 265191 w 6543642"/>
              <a:gd name="connsiteY3" fmla="*/ 6858002 h 6858002"/>
              <a:gd name="connsiteX4" fmla="*/ 1185321 w 6543642"/>
              <a:gd name="connsiteY4" fmla="*/ 3427985 h 6858002"/>
              <a:gd name="connsiteX5" fmla="*/ 0 w 6543642"/>
              <a:gd name="connsiteY5" fmla="*/ 0 h 6858002"/>
              <a:gd name="connsiteX0" fmla="*/ 0 w 6543642"/>
              <a:gd name="connsiteY0" fmla="*/ 0 h 6858002"/>
              <a:gd name="connsiteX1" fmla="*/ 6543642 w 6543642"/>
              <a:gd name="connsiteY1" fmla="*/ 0 h 6858002"/>
              <a:gd name="connsiteX2" fmla="*/ 6543642 w 6543642"/>
              <a:gd name="connsiteY2" fmla="*/ 6858002 h 6858002"/>
              <a:gd name="connsiteX3" fmla="*/ 265191 w 6543642"/>
              <a:gd name="connsiteY3" fmla="*/ 6858002 h 6858002"/>
              <a:gd name="connsiteX4" fmla="*/ 1185321 w 6543642"/>
              <a:gd name="connsiteY4" fmla="*/ 3427985 h 6858002"/>
              <a:gd name="connsiteX5" fmla="*/ 0 w 6543642"/>
              <a:gd name="connsiteY5" fmla="*/ 0 h 6858002"/>
              <a:gd name="connsiteX0" fmla="*/ 0 w 6543642"/>
              <a:gd name="connsiteY0" fmla="*/ 0 h 6858002"/>
              <a:gd name="connsiteX1" fmla="*/ 6543642 w 6543642"/>
              <a:gd name="connsiteY1" fmla="*/ 0 h 6858002"/>
              <a:gd name="connsiteX2" fmla="*/ 6543642 w 6543642"/>
              <a:gd name="connsiteY2" fmla="*/ 6858002 h 6858002"/>
              <a:gd name="connsiteX3" fmla="*/ 265191 w 6543642"/>
              <a:gd name="connsiteY3" fmla="*/ 6858002 h 6858002"/>
              <a:gd name="connsiteX4" fmla="*/ 1185321 w 6543642"/>
              <a:gd name="connsiteY4" fmla="*/ 3427985 h 6858002"/>
              <a:gd name="connsiteX5" fmla="*/ 0 w 6543642"/>
              <a:gd name="connsiteY5" fmla="*/ 0 h 6858002"/>
              <a:gd name="connsiteX0" fmla="*/ 0 w 6543642"/>
              <a:gd name="connsiteY0" fmla="*/ 0 h 6858002"/>
              <a:gd name="connsiteX1" fmla="*/ 6543642 w 6543642"/>
              <a:gd name="connsiteY1" fmla="*/ 0 h 6858002"/>
              <a:gd name="connsiteX2" fmla="*/ 6543642 w 6543642"/>
              <a:gd name="connsiteY2" fmla="*/ 6858002 h 6858002"/>
              <a:gd name="connsiteX3" fmla="*/ 265191 w 6543642"/>
              <a:gd name="connsiteY3" fmla="*/ 6858002 h 6858002"/>
              <a:gd name="connsiteX4" fmla="*/ 1185321 w 6543642"/>
              <a:gd name="connsiteY4" fmla="*/ 3427985 h 6858002"/>
              <a:gd name="connsiteX5" fmla="*/ 0 w 6543642"/>
              <a:gd name="connsiteY5"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43642" h="6858002">
                <a:moveTo>
                  <a:pt x="0" y="0"/>
                </a:moveTo>
                <a:lnTo>
                  <a:pt x="6543642" y="0"/>
                </a:lnTo>
                <a:lnTo>
                  <a:pt x="6543642" y="6858002"/>
                </a:lnTo>
                <a:lnTo>
                  <a:pt x="265191" y="6858002"/>
                </a:lnTo>
                <a:cubicBezTo>
                  <a:pt x="1017153" y="5482606"/>
                  <a:pt x="1179514" y="4498356"/>
                  <a:pt x="1185321" y="3427985"/>
                </a:cubicBezTo>
                <a:cubicBezTo>
                  <a:pt x="1191128" y="2357614"/>
                  <a:pt x="798979" y="905654"/>
                  <a:pt x="0"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2" name="Title 1">
            <a:extLst>
              <a:ext uri="{FF2B5EF4-FFF2-40B4-BE49-F238E27FC236}">
                <a16:creationId xmlns:a16="http://schemas.microsoft.com/office/drawing/2014/main" id="{682F6641-4B5B-D917-B4C5-C891673340F9}"/>
              </a:ext>
            </a:extLst>
          </p:cNvPr>
          <p:cNvSpPr>
            <a:spLocks noGrp="1"/>
          </p:cNvSpPr>
          <p:nvPr>
            <p:ph type="ctrTitle"/>
          </p:nvPr>
        </p:nvSpPr>
        <p:spPr>
          <a:xfrm>
            <a:off x="501650" y="719138"/>
            <a:ext cx="5489575" cy="3060862"/>
          </a:xfrm>
        </p:spPr>
        <p:txBody>
          <a:bodyPr anchor="b"/>
          <a:lstStyle>
            <a:lvl1pPr algn="l">
              <a:defRPr sz="4800">
                <a:solidFill>
                  <a:schemeClr val="bg1"/>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50694151-EE15-65F0-C238-D3F188B8B06B}"/>
              </a:ext>
            </a:extLst>
          </p:cNvPr>
          <p:cNvSpPr>
            <a:spLocks noGrp="1"/>
          </p:cNvSpPr>
          <p:nvPr>
            <p:ph type="subTitle" idx="1"/>
          </p:nvPr>
        </p:nvSpPr>
        <p:spPr>
          <a:xfrm>
            <a:off x="501650" y="4104000"/>
            <a:ext cx="5489575" cy="1440000"/>
          </a:xfrm>
        </p:spPr>
        <p:txBody>
          <a:bodyPr anchor="t"/>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12" name="Text Placeholder 7">
            <a:extLst>
              <a:ext uri="{FF2B5EF4-FFF2-40B4-BE49-F238E27FC236}">
                <a16:creationId xmlns:a16="http://schemas.microsoft.com/office/drawing/2014/main" id="{5010EF60-F6EF-C12B-564A-5F78398AAC90}"/>
              </a:ext>
            </a:extLst>
          </p:cNvPr>
          <p:cNvSpPr>
            <a:spLocks noGrp="1"/>
          </p:cNvSpPr>
          <p:nvPr>
            <p:ph type="body" sz="quarter" idx="15" hasCustomPrompt="1"/>
          </p:nvPr>
        </p:nvSpPr>
        <p:spPr>
          <a:xfrm>
            <a:off x="9631363" y="540000"/>
            <a:ext cx="2058987" cy="288000"/>
          </a:xfrm>
        </p:spPr>
        <p:txBody>
          <a:bodyPr/>
          <a:lstStyle>
            <a:lvl1pPr algn="r">
              <a:defRPr sz="1400">
                <a:solidFill>
                  <a:schemeClr val="bg1"/>
                </a:solidFill>
              </a:defRPr>
            </a:lvl1pPr>
          </a:lstStyle>
          <a:p>
            <a:pPr lvl="0"/>
            <a:r>
              <a:rPr lang="en-GB" dirty="0"/>
              <a:t>00.00.00</a:t>
            </a:r>
          </a:p>
        </p:txBody>
      </p:sp>
      <p:sp>
        <p:nvSpPr>
          <p:cNvPr id="13" name="Logo">
            <a:extLst>
              <a:ext uri="{FF2B5EF4-FFF2-40B4-BE49-F238E27FC236}">
                <a16:creationId xmlns:a16="http://schemas.microsoft.com/office/drawing/2014/main" id="{04592EFA-E6F7-B229-5AE7-D9B892A25311}"/>
              </a:ext>
            </a:extLst>
          </p:cNvPr>
          <p:cNvSpPr>
            <a:spLocks noGrp="1"/>
          </p:cNvSpPr>
          <p:nvPr>
            <p:ph type="body" sz="quarter" idx="13" hasCustomPrompt="1"/>
          </p:nvPr>
        </p:nvSpPr>
        <p:spPr>
          <a:xfrm>
            <a:off x="9062350" y="5796000"/>
            <a:ext cx="2628000" cy="691200"/>
          </a:xfrm>
          <a:blipFill>
            <a:blip r:embed="rId3"/>
            <a:stretch>
              <a:fillRect/>
            </a:stretch>
          </a:blipFill>
        </p:spPr>
        <p:txBody>
          <a:bodyPr/>
          <a:lstStyle>
            <a:lvl1pPr>
              <a:defRPr/>
            </a:lvl1pPr>
          </a:lstStyle>
          <a:p>
            <a:pPr lvl="0"/>
            <a:r>
              <a:rPr lang="en-GB" dirty="0"/>
              <a:t> </a:t>
            </a:r>
          </a:p>
        </p:txBody>
      </p:sp>
    </p:spTree>
    <p:extLst>
      <p:ext uri="{BB962C8B-B14F-4D97-AF65-F5344CB8AC3E}">
        <p14:creationId xmlns:p14="http://schemas.microsoft.com/office/powerpoint/2010/main" val="190854280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5 dark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F6641-4B5B-D917-B4C5-C891673340F9}"/>
              </a:ext>
            </a:extLst>
          </p:cNvPr>
          <p:cNvSpPr>
            <a:spLocks noGrp="1"/>
          </p:cNvSpPr>
          <p:nvPr>
            <p:ph type="ctrTitle"/>
          </p:nvPr>
        </p:nvSpPr>
        <p:spPr>
          <a:xfrm>
            <a:off x="501650" y="719138"/>
            <a:ext cx="5489575" cy="3060862"/>
          </a:xfrm>
        </p:spPr>
        <p:txBody>
          <a:bodyPr anchor="b"/>
          <a:lstStyle>
            <a:lvl1pPr algn="l">
              <a:defRPr sz="4800">
                <a:solidFill>
                  <a:schemeClr val="bg1"/>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50694151-EE15-65F0-C238-D3F188B8B06B}"/>
              </a:ext>
            </a:extLst>
          </p:cNvPr>
          <p:cNvSpPr>
            <a:spLocks noGrp="1"/>
          </p:cNvSpPr>
          <p:nvPr>
            <p:ph type="subTitle" idx="1"/>
          </p:nvPr>
        </p:nvSpPr>
        <p:spPr>
          <a:xfrm>
            <a:off x="501650" y="4104000"/>
            <a:ext cx="5489575" cy="1440000"/>
          </a:xfrm>
        </p:spPr>
        <p:txBody>
          <a:bodyPr anchor="t"/>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5" name="Text Placeholder 7">
            <a:extLst>
              <a:ext uri="{FF2B5EF4-FFF2-40B4-BE49-F238E27FC236}">
                <a16:creationId xmlns:a16="http://schemas.microsoft.com/office/drawing/2014/main" id="{561126BB-8269-AE09-9027-A675D324CA33}"/>
              </a:ext>
            </a:extLst>
          </p:cNvPr>
          <p:cNvSpPr>
            <a:spLocks noGrp="1"/>
          </p:cNvSpPr>
          <p:nvPr>
            <p:ph type="body" sz="quarter" idx="14" hasCustomPrompt="1"/>
          </p:nvPr>
        </p:nvSpPr>
        <p:spPr>
          <a:xfrm>
            <a:off x="9631363" y="540000"/>
            <a:ext cx="2058987" cy="288000"/>
          </a:xfrm>
        </p:spPr>
        <p:txBody>
          <a:bodyPr/>
          <a:lstStyle>
            <a:lvl1pPr algn="r">
              <a:defRPr sz="1400">
                <a:solidFill>
                  <a:schemeClr val="bg1"/>
                </a:solidFill>
              </a:defRPr>
            </a:lvl1pPr>
          </a:lstStyle>
          <a:p>
            <a:pPr lvl="0"/>
            <a:r>
              <a:rPr lang="en-GB" dirty="0"/>
              <a:t>00.00.00</a:t>
            </a:r>
          </a:p>
        </p:txBody>
      </p:sp>
      <p:sp>
        <p:nvSpPr>
          <p:cNvPr id="6" name="Logo">
            <a:extLst>
              <a:ext uri="{FF2B5EF4-FFF2-40B4-BE49-F238E27FC236}">
                <a16:creationId xmlns:a16="http://schemas.microsoft.com/office/drawing/2014/main" id="{410F7EA5-9899-B68D-873A-95FBDFCD32B6}"/>
              </a:ext>
            </a:extLst>
          </p:cNvPr>
          <p:cNvSpPr>
            <a:spLocks noGrp="1"/>
          </p:cNvSpPr>
          <p:nvPr>
            <p:ph type="body" sz="quarter" idx="13" hasCustomPrompt="1"/>
          </p:nvPr>
        </p:nvSpPr>
        <p:spPr>
          <a:xfrm>
            <a:off x="9062350" y="5796000"/>
            <a:ext cx="2628000" cy="691200"/>
          </a:xfrm>
          <a:blipFill>
            <a:blip r:embed="rId3"/>
            <a:stretch>
              <a:fillRect/>
            </a:stretch>
          </a:blipFill>
        </p:spPr>
        <p:txBody>
          <a:bodyPr/>
          <a:lstStyle>
            <a:lvl1pPr>
              <a:defRPr/>
            </a:lvl1pPr>
          </a:lstStyle>
          <a:p>
            <a:pPr lvl="0"/>
            <a:r>
              <a:rPr lang="en-GB" dirty="0"/>
              <a:t> </a:t>
            </a:r>
          </a:p>
        </p:txBody>
      </p:sp>
    </p:spTree>
    <p:extLst>
      <p:ext uri="{BB962C8B-B14F-4D97-AF65-F5344CB8AC3E}">
        <p14:creationId xmlns:p14="http://schemas.microsoft.com/office/powerpoint/2010/main" val="279630285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 light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F6641-4B5B-D917-B4C5-C891673340F9}"/>
              </a:ext>
            </a:extLst>
          </p:cNvPr>
          <p:cNvSpPr>
            <a:spLocks noGrp="1"/>
          </p:cNvSpPr>
          <p:nvPr>
            <p:ph type="ctrTitle"/>
          </p:nvPr>
        </p:nvSpPr>
        <p:spPr>
          <a:xfrm>
            <a:off x="501650" y="719138"/>
            <a:ext cx="5489575" cy="3060862"/>
          </a:xfrm>
        </p:spPr>
        <p:txBody>
          <a:bodyPr anchor="b"/>
          <a:lstStyle>
            <a:lvl1pPr algn="l">
              <a:defRPr sz="48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50694151-EE15-65F0-C238-D3F188B8B06B}"/>
              </a:ext>
            </a:extLst>
          </p:cNvPr>
          <p:cNvSpPr>
            <a:spLocks noGrp="1"/>
          </p:cNvSpPr>
          <p:nvPr>
            <p:ph type="subTitle" idx="1"/>
          </p:nvPr>
        </p:nvSpPr>
        <p:spPr>
          <a:xfrm>
            <a:off x="501650" y="4104000"/>
            <a:ext cx="5489575" cy="1440000"/>
          </a:xfrm>
        </p:spPr>
        <p:txBody>
          <a:bodyPr anchor="t"/>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Logo">
            <a:extLst>
              <a:ext uri="{FF2B5EF4-FFF2-40B4-BE49-F238E27FC236}">
                <a16:creationId xmlns:a16="http://schemas.microsoft.com/office/drawing/2014/main" id="{CB4F65A7-4B02-1C11-8248-0E9D62B7CEB6}"/>
              </a:ext>
            </a:extLst>
          </p:cNvPr>
          <p:cNvSpPr>
            <a:spLocks noGrp="1" noRot="1" noChangeAspect="1" noMove="1" noResize="1" noEditPoints="1" noAdjustHandles="1" noChangeArrowheads="1" noChangeShapeType="1"/>
          </p:cNvSpPr>
          <p:nvPr>
            <p:ph type="body" sz="quarter" idx="13" hasCustomPrompt="1"/>
          </p:nvPr>
        </p:nvSpPr>
        <p:spPr>
          <a:xfrm>
            <a:off x="9062350" y="5796000"/>
            <a:ext cx="2628000" cy="691200"/>
          </a:xfrm>
          <a:blipFill>
            <a:blip r:embed="rId3"/>
            <a:stretch>
              <a:fillRect/>
            </a:stretch>
          </a:blipFill>
        </p:spPr>
        <p:txBody>
          <a:bodyPr/>
          <a:lstStyle>
            <a:lvl1pPr>
              <a:defRPr/>
            </a:lvl1pPr>
          </a:lstStyle>
          <a:p>
            <a:pPr lvl="0"/>
            <a:r>
              <a:rPr lang="en-GB" dirty="0"/>
              <a:t> </a:t>
            </a:r>
          </a:p>
        </p:txBody>
      </p:sp>
      <p:sp>
        <p:nvSpPr>
          <p:cNvPr id="5" name="Text Placeholder 7">
            <a:extLst>
              <a:ext uri="{FF2B5EF4-FFF2-40B4-BE49-F238E27FC236}">
                <a16:creationId xmlns:a16="http://schemas.microsoft.com/office/drawing/2014/main" id="{FC1679A7-941B-8742-0A04-340AFDF644FE}"/>
              </a:ext>
            </a:extLst>
          </p:cNvPr>
          <p:cNvSpPr>
            <a:spLocks noGrp="1"/>
          </p:cNvSpPr>
          <p:nvPr>
            <p:ph type="body" sz="quarter" idx="14" hasCustomPrompt="1"/>
          </p:nvPr>
        </p:nvSpPr>
        <p:spPr>
          <a:xfrm>
            <a:off x="9631363" y="540000"/>
            <a:ext cx="2058987" cy="288000"/>
          </a:xfrm>
        </p:spPr>
        <p:txBody>
          <a:bodyPr/>
          <a:lstStyle>
            <a:lvl1pPr algn="r">
              <a:defRPr sz="1400">
                <a:solidFill>
                  <a:schemeClr val="tx2"/>
                </a:solidFill>
              </a:defRPr>
            </a:lvl1pPr>
          </a:lstStyle>
          <a:p>
            <a:pPr lvl="0"/>
            <a:r>
              <a:rPr lang="en-GB" dirty="0"/>
              <a:t>00.00.00</a:t>
            </a:r>
          </a:p>
        </p:txBody>
      </p:sp>
    </p:spTree>
    <p:extLst>
      <p:ext uri="{BB962C8B-B14F-4D97-AF65-F5344CB8AC3E}">
        <p14:creationId xmlns:p14="http://schemas.microsoft.com/office/powerpoint/2010/main" val="145219096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Tree>
    <p:extLst>
      <p:ext uri="{BB962C8B-B14F-4D97-AF65-F5344CB8AC3E}">
        <p14:creationId xmlns:p14="http://schemas.microsoft.com/office/powerpoint/2010/main" val="417853218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4" y="2644775"/>
            <a:ext cx="5482042" cy="3168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Tree>
    <p:extLst>
      <p:ext uri="{BB962C8B-B14F-4D97-AF65-F5344CB8AC3E}">
        <p14:creationId xmlns:p14="http://schemas.microsoft.com/office/powerpoint/2010/main" val="84237356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3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4" y="2644775"/>
            <a:ext cx="4340629" cy="3168000"/>
          </a:xfrm>
        </p:spPr>
        <p:txBody>
          <a:bodyPr/>
          <a:lstStyle>
            <a:lvl2pPr>
              <a:defRPr>
                <a:latin typeface="PP Pangram Sans Semibold Smbold" pitchFamily="2"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
        <p:nvSpPr>
          <p:cNvPr id="7" name="Content Placeholder 2">
            <a:extLst>
              <a:ext uri="{FF2B5EF4-FFF2-40B4-BE49-F238E27FC236}">
                <a16:creationId xmlns:a16="http://schemas.microsoft.com/office/drawing/2014/main" id="{E620D794-818C-9EF7-046E-6F7B45B92D0E}"/>
              </a:ext>
            </a:extLst>
          </p:cNvPr>
          <p:cNvSpPr>
            <a:spLocks noGrp="1"/>
          </p:cNvSpPr>
          <p:nvPr>
            <p:ph idx="14"/>
          </p:nvPr>
        </p:nvSpPr>
        <p:spPr>
          <a:xfrm>
            <a:off x="5074834" y="2648600"/>
            <a:ext cx="4340629" cy="3168000"/>
          </a:xfrm>
        </p:spPr>
        <p:txBody>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3339853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Content 3 Turquoi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4" y="2644775"/>
            <a:ext cx="4340629" cy="3168000"/>
          </a:xfrm>
        </p:spPr>
        <p:txBody>
          <a:bodyPr/>
          <a:lstStyle>
            <a:lvl2pPr>
              <a:defRPr>
                <a:latin typeface="PP Pangram Sans Semibold Smbold" pitchFamily="2"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
        <p:nvSpPr>
          <p:cNvPr id="7" name="Content Placeholder 2">
            <a:extLst>
              <a:ext uri="{FF2B5EF4-FFF2-40B4-BE49-F238E27FC236}">
                <a16:creationId xmlns:a16="http://schemas.microsoft.com/office/drawing/2014/main" id="{E620D794-818C-9EF7-046E-6F7B45B92D0E}"/>
              </a:ext>
            </a:extLst>
          </p:cNvPr>
          <p:cNvSpPr>
            <a:spLocks noGrp="1"/>
          </p:cNvSpPr>
          <p:nvPr>
            <p:ph idx="14"/>
          </p:nvPr>
        </p:nvSpPr>
        <p:spPr>
          <a:xfrm>
            <a:off x="5074834" y="2648600"/>
            <a:ext cx="4340629" cy="3168000"/>
          </a:xfrm>
        </p:spPr>
        <p:txBody>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8" name="Picture 7" descr="A blue letter in a white circle&#10;&#10;AI-generated content may be incorrect.">
            <a:extLst>
              <a:ext uri="{FF2B5EF4-FFF2-40B4-BE49-F238E27FC236}">
                <a16:creationId xmlns:a16="http://schemas.microsoft.com/office/drawing/2014/main" id="{A89E609C-FD81-A1D1-4A3C-7F34B4B0864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2800" y="5957189"/>
            <a:ext cx="540000" cy="540000"/>
          </a:xfrm>
          <a:prstGeom prst="rect">
            <a:avLst/>
          </a:prstGeom>
        </p:spPr>
      </p:pic>
    </p:spTree>
    <p:extLst>
      <p:ext uri="{BB962C8B-B14F-4D97-AF65-F5344CB8AC3E}">
        <p14:creationId xmlns:p14="http://schemas.microsoft.com/office/powerpoint/2010/main" val="1692800173"/>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3 Lim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lvl1pPr>
              <a:defRPr>
                <a:solidFill>
                  <a:schemeClr val="bg1"/>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4" y="2644775"/>
            <a:ext cx="4340629" cy="3168000"/>
          </a:xfrm>
        </p:spPr>
        <p:txBody>
          <a:bodyPr/>
          <a:lstStyle>
            <a:lvl1pPr>
              <a:defRPr>
                <a:solidFill>
                  <a:schemeClr val="bg1"/>
                </a:solidFill>
              </a:defRPr>
            </a:lvl1pPr>
            <a:lvl2pPr>
              <a:defRPr>
                <a:solidFill>
                  <a:schemeClr val="bg1"/>
                </a:solidFill>
                <a:latin typeface="PP Pangram Sans Semibold Smbold" pitchFamily="2"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solidFill>
                  <a:schemeClr val="bg1"/>
                </a:solidFill>
              </a:defRPr>
            </a:lvl1pPr>
          </a:lstStyle>
          <a:p>
            <a:pPr lvl="0"/>
            <a:r>
              <a:rPr lang="en-US" dirty="0"/>
              <a:t>Click to edit Master text styles</a:t>
            </a:r>
          </a:p>
        </p:txBody>
      </p:sp>
      <p:sp>
        <p:nvSpPr>
          <p:cNvPr id="7" name="Content Placeholder 2">
            <a:extLst>
              <a:ext uri="{FF2B5EF4-FFF2-40B4-BE49-F238E27FC236}">
                <a16:creationId xmlns:a16="http://schemas.microsoft.com/office/drawing/2014/main" id="{E620D794-818C-9EF7-046E-6F7B45B92D0E}"/>
              </a:ext>
            </a:extLst>
          </p:cNvPr>
          <p:cNvSpPr>
            <a:spLocks noGrp="1"/>
          </p:cNvSpPr>
          <p:nvPr>
            <p:ph idx="14"/>
          </p:nvPr>
        </p:nvSpPr>
        <p:spPr>
          <a:xfrm>
            <a:off x="5074834" y="2648600"/>
            <a:ext cx="4340629" cy="3168000"/>
          </a:xfrm>
        </p:spPr>
        <p:txBody>
          <a:bodyPr/>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7444956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3 Le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4" y="2644775"/>
            <a:ext cx="4340629" cy="3168000"/>
          </a:xfrm>
        </p:spPr>
        <p:txBody>
          <a:bodyPr/>
          <a:lstStyle>
            <a:lvl2pPr>
              <a:defRPr>
                <a:latin typeface="PP Pangram Sans Semibold Smbold" pitchFamily="2"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
        <p:nvSpPr>
          <p:cNvPr id="7" name="Content Placeholder 2">
            <a:extLst>
              <a:ext uri="{FF2B5EF4-FFF2-40B4-BE49-F238E27FC236}">
                <a16:creationId xmlns:a16="http://schemas.microsoft.com/office/drawing/2014/main" id="{E620D794-818C-9EF7-046E-6F7B45B92D0E}"/>
              </a:ext>
            </a:extLst>
          </p:cNvPr>
          <p:cNvSpPr>
            <a:spLocks noGrp="1"/>
          </p:cNvSpPr>
          <p:nvPr>
            <p:ph idx="14"/>
          </p:nvPr>
        </p:nvSpPr>
        <p:spPr>
          <a:xfrm>
            <a:off x="5074834" y="2648600"/>
            <a:ext cx="4340629" cy="3168000"/>
          </a:xfrm>
        </p:spPr>
        <p:txBody>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21046983"/>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3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lvl1pPr>
              <a:defRPr>
                <a:solidFill>
                  <a:schemeClr val="bg1"/>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4" y="2644775"/>
            <a:ext cx="4340629" cy="3168000"/>
          </a:xfrm>
        </p:spPr>
        <p:txBody>
          <a:bodyPr/>
          <a:lstStyle>
            <a:lvl1pPr>
              <a:defRPr>
                <a:solidFill>
                  <a:schemeClr val="bg1"/>
                </a:solidFill>
              </a:defRPr>
            </a:lvl1pPr>
            <a:lvl2pPr>
              <a:defRPr>
                <a:solidFill>
                  <a:schemeClr val="bg1"/>
                </a:solidFill>
                <a:latin typeface="PP Pangram Sans Semibold Smbold" pitchFamily="2"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lvl1pPr>
              <a:defRPr>
                <a:solidFill>
                  <a:schemeClr val="bg1"/>
                </a:solidFill>
              </a:defRPr>
            </a:lvl1pPr>
          </a:lstStyle>
          <a:p>
            <a:fld id="{BB64882F-EA33-4643-BF33-66F63659D0E5}" type="datetimeFigureOut">
              <a:rPr lang="en-GB" smtClean="0"/>
              <a:pPr/>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lvl1pPr>
              <a:defRPr>
                <a:solidFill>
                  <a:schemeClr val="bg1"/>
                </a:solidFill>
              </a:defRPr>
            </a:lvl1p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lvl1pPr>
              <a:defRPr>
                <a:solidFill>
                  <a:schemeClr val="bg1"/>
                </a:solidFill>
              </a:defRPr>
            </a:lvl1pPr>
          </a:lstStyle>
          <a:p>
            <a:fld id="{841E3E3A-E396-4196-B605-FF40E1BDE65D}" type="slidenum">
              <a:rPr lang="en-GB" smtClean="0"/>
              <a:pPr/>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solidFill>
                  <a:schemeClr val="bg1"/>
                </a:solidFill>
              </a:defRPr>
            </a:lvl1pPr>
          </a:lstStyle>
          <a:p>
            <a:pPr lvl="0"/>
            <a:r>
              <a:rPr lang="en-US" dirty="0"/>
              <a:t>Click to edit Master text styles</a:t>
            </a:r>
          </a:p>
        </p:txBody>
      </p:sp>
      <p:sp>
        <p:nvSpPr>
          <p:cNvPr id="7" name="Content Placeholder 2">
            <a:extLst>
              <a:ext uri="{FF2B5EF4-FFF2-40B4-BE49-F238E27FC236}">
                <a16:creationId xmlns:a16="http://schemas.microsoft.com/office/drawing/2014/main" id="{E620D794-818C-9EF7-046E-6F7B45B92D0E}"/>
              </a:ext>
            </a:extLst>
          </p:cNvPr>
          <p:cNvSpPr>
            <a:spLocks noGrp="1"/>
          </p:cNvSpPr>
          <p:nvPr>
            <p:ph idx="14"/>
          </p:nvPr>
        </p:nvSpPr>
        <p:spPr>
          <a:xfrm>
            <a:off x="5074834" y="2648600"/>
            <a:ext cx="4340629" cy="3168000"/>
          </a:xfrm>
        </p:spPr>
        <p:txBody>
          <a:bodyPr/>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1529492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3 Turquoise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4" y="2644775"/>
            <a:ext cx="4340629" cy="3168000"/>
          </a:xfrm>
        </p:spPr>
        <p:txBody>
          <a:bodyPr/>
          <a:lstStyle>
            <a:lvl2pPr>
              <a:defRPr>
                <a:latin typeface="PP Pangram Sans Semibold Smbold" pitchFamily="2"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
        <p:nvSpPr>
          <p:cNvPr id="7" name="Content Placeholder 2">
            <a:extLst>
              <a:ext uri="{FF2B5EF4-FFF2-40B4-BE49-F238E27FC236}">
                <a16:creationId xmlns:a16="http://schemas.microsoft.com/office/drawing/2014/main" id="{E620D794-818C-9EF7-046E-6F7B45B92D0E}"/>
              </a:ext>
            </a:extLst>
          </p:cNvPr>
          <p:cNvSpPr>
            <a:spLocks noGrp="1"/>
          </p:cNvSpPr>
          <p:nvPr>
            <p:ph idx="14"/>
          </p:nvPr>
        </p:nvSpPr>
        <p:spPr>
          <a:xfrm>
            <a:off x="5074834" y="2648600"/>
            <a:ext cx="4340629" cy="3168000"/>
          </a:xfrm>
        </p:spPr>
        <p:txBody>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8" name="Picture 7" descr="A blue letter in a white circle&#10;&#10;AI-generated content may be incorrect.">
            <a:extLst>
              <a:ext uri="{FF2B5EF4-FFF2-40B4-BE49-F238E27FC236}">
                <a16:creationId xmlns:a16="http://schemas.microsoft.com/office/drawing/2014/main" id="{A89E609C-FD81-A1D1-4A3C-7F34B4B0864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2800" y="5957189"/>
            <a:ext cx="540000" cy="540000"/>
          </a:xfrm>
          <a:prstGeom prst="rect">
            <a:avLst/>
          </a:prstGeom>
        </p:spPr>
      </p:pic>
    </p:spTree>
    <p:extLst>
      <p:ext uri="{BB962C8B-B14F-4D97-AF65-F5344CB8AC3E}">
        <p14:creationId xmlns:p14="http://schemas.microsoft.com/office/powerpoint/2010/main" val="378883146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3 Blue Turquoi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lvl1pPr>
              <a:defRPr>
                <a:solidFill>
                  <a:schemeClr val="bg1"/>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4" y="2644775"/>
            <a:ext cx="4340629" cy="3168000"/>
          </a:xfrm>
        </p:spPr>
        <p:txBody>
          <a:bodyPr/>
          <a:lstStyle>
            <a:lvl1pPr>
              <a:defRPr>
                <a:solidFill>
                  <a:schemeClr val="bg1"/>
                </a:solidFill>
              </a:defRPr>
            </a:lvl1pPr>
            <a:lvl2pPr>
              <a:defRPr>
                <a:solidFill>
                  <a:schemeClr val="bg1"/>
                </a:solidFill>
                <a:latin typeface="PP Pangram Sans Semibold Smbold" pitchFamily="2"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solidFill>
                  <a:schemeClr val="bg1"/>
                </a:solidFill>
              </a:defRPr>
            </a:lvl1pPr>
          </a:lstStyle>
          <a:p>
            <a:pPr lvl="0"/>
            <a:r>
              <a:rPr lang="en-US" dirty="0"/>
              <a:t>Click to edit Master text styles</a:t>
            </a:r>
          </a:p>
        </p:txBody>
      </p:sp>
      <p:sp>
        <p:nvSpPr>
          <p:cNvPr id="7" name="Content Placeholder 2">
            <a:extLst>
              <a:ext uri="{FF2B5EF4-FFF2-40B4-BE49-F238E27FC236}">
                <a16:creationId xmlns:a16="http://schemas.microsoft.com/office/drawing/2014/main" id="{E620D794-818C-9EF7-046E-6F7B45B92D0E}"/>
              </a:ext>
            </a:extLst>
          </p:cNvPr>
          <p:cNvSpPr>
            <a:spLocks noGrp="1"/>
          </p:cNvSpPr>
          <p:nvPr>
            <p:ph idx="14"/>
          </p:nvPr>
        </p:nvSpPr>
        <p:spPr>
          <a:xfrm>
            <a:off x="5074834" y="2648600"/>
            <a:ext cx="4340629" cy="3168000"/>
          </a:xfrm>
        </p:spPr>
        <p:txBody>
          <a:bodyPr/>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19343918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4" y="2644775"/>
            <a:ext cx="4340629" cy="3168000"/>
          </a:xfrm>
        </p:spPr>
        <p:txBody>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
        <p:nvSpPr>
          <p:cNvPr id="7" name="Content Placeholder 2">
            <a:extLst>
              <a:ext uri="{FF2B5EF4-FFF2-40B4-BE49-F238E27FC236}">
                <a16:creationId xmlns:a16="http://schemas.microsoft.com/office/drawing/2014/main" id="{E620D794-818C-9EF7-046E-6F7B45B92D0E}"/>
              </a:ext>
            </a:extLst>
          </p:cNvPr>
          <p:cNvSpPr>
            <a:spLocks noGrp="1"/>
          </p:cNvSpPr>
          <p:nvPr>
            <p:ph idx="14"/>
          </p:nvPr>
        </p:nvSpPr>
        <p:spPr>
          <a:xfrm>
            <a:off x="5074834" y="2648600"/>
            <a:ext cx="4340629" cy="3168000"/>
          </a:xfrm>
        </p:spPr>
        <p:txBody>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69510352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2 with Icon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DCB4CAF-817B-6372-89A6-22FA50CA1251}"/>
              </a:ext>
            </a:extLst>
          </p:cNvPr>
          <p:cNvSpPr>
            <a:spLocks noGrp="1"/>
          </p:cNvSpPr>
          <p:nvPr>
            <p:ph type="pic" sz="quarter" idx="20"/>
          </p:nvPr>
        </p:nvSpPr>
        <p:spPr>
          <a:xfrm>
            <a:off x="501650" y="2154238"/>
            <a:ext cx="833438" cy="836612"/>
          </a:xfrm>
        </p:spPr>
        <p:txBody>
          <a:bodyPr/>
          <a:lstStyle>
            <a:lvl1pPr>
              <a:defRPr sz="1000"/>
            </a:lvl1pPr>
          </a:lstStyle>
          <a:p>
            <a:r>
              <a:rPr lang="en-US" dirty="0"/>
              <a:t>Click icon to add picture</a:t>
            </a:r>
          </a:p>
        </p:txBody>
      </p:sp>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4" y="3428999"/>
            <a:ext cx="4340629" cy="2383775"/>
          </a:xfrm>
        </p:spPr>
        <p:txBody>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
        <p:nvSpPr>
          <p:cNvPr id="7" name="Content Placeholder 2">
            <a:extLst>
              <a:ext uri="{FF2B5EF4-FFF2-40B4-BE49-F238E27FC236}">
                <a16:creationId xmlns:a16="http://schemas.microsoft.com/office/drawing/2014/main" id="{E620D794-818C-9EF7-046E-6F7B45B92D0E}"/>
              </a:ext>
            </a:extLst>
          </p:cNvPr>
          <p:cNvSpPr>
            <a:spLocks noGrp="1"/>
          </p:cNvSpPr>
          <p:nvPr>
            <p:ph idx="14"/>
          </p:nvPr>
        </p:nvSpPr>
        <p:spPr>
          <a:xfrm>
            <a:off x="5074834" y="3429000"/>
            <a:ext cx="4340629" cy="2387600"/>
          </a:xfrm>
        </p:spPr>
        <p:txBody>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3" name="Picture Placeholder 8">
            <a:extLst>
              <a:ext uri="{FF2B5EF4-FFF2-40B4-BE49-F238E27FC236}">
                <a16:creationId xmlns:a16="http://schemas.microsoft.com/office/drawing/2014/main" id="{AC8BCA25-82FF-2774-96FE-DEA385F8F321}"/>
              </a:ext>
            </a:extLst>
          </p:cNvPr>
          <p:cNvSpPr>
            <a:spLocks noGrp="1"/>
          </p:cNvSpPr>
          <p:nvPr>
            <p:ph type="pic" sz="quarter" idx="21"/>
          </p:nvPr>
        </p:nvSpPr>
        <p:spPr>
          <a:xfrm>
            <a:off x="5065713" y="2173647"/>
            <a:ext cx="833438" cy="836612"/>
          </a:xfrm>
        </p:spPr>
        <p:txBody>
          <a:bodyPr/>
          <a:lstStyle>
            <a:lvl1pPr>
              <a:defRPr sz="1000"/>
            </a:lvl1pPr>
          </a:lstStyle>
          <a:p>
            <a:r>
              <a:rPr lang="en-US" dirty="0"/>
              <a:t>Click icon to add picture</a:t>
            </a:r>
          </a:p>
        </p:txBody>
      </p:sp>
    </p:spTree>
    <p:extLst>
      <p:ext uri="{BB962C8B-B14F-4D97-AF65-F5344CB8AC3E}">
        <p14:creationId xmlns:p14="http://schemas.microsoft.com/office/powerpoint/2010/main" val="149610958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4 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lvl1pPr>
              <a:defRPr>
                <a:solidFill>
                  <a:schemeClr val="bg1"/>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4" y="2644775"/>
            <a:ext cx="4340629" cy="3168000"/>
          </a:xfrm>
        </p:spPr>
        <p:txBody>
          <a:bodyPr/>
          <a:lstStyle>
            <a:lvl1pPr>
              <a:defRPr>
                <a:solidFill>
                  <a:schemeClr val="bg1"/>
                </a:solidFill>
              </a:defRPr>
            </a:lvl1pPr>
            <a:lvl2pPr>
              <a:defRPr>
                <a:solidFill>
                  <a:schemeClr val="bg1"/>
                </a:solidFill>
                <a:latin typeface="PP Pangram Sans Semibold Smbold" pitchFamily="2"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lvl1pPr>
              <a:defRPr>
                <a:solidFill>
                  <a:schemeClr val="bg1"/>
                </a:solidFill>
              </a:defRPr>
            </a:lvl1pPr>
          </a:lstStyle>
          <a:p>
            <a:fld id="{BB64882F-EA33-4643-BF33-66F63659D0E5}" type="datetimeFigureOut">
              <a:rPr lang="en-GB" smtClean="0"/>
              <a:pPr/>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lvl1pPr>
              <a:defRPr>
                <a:solidFill>
                  <a:schemeClr val="bg1"/>
                </a:solidFill>
              </a:defRPr>
            </a:lvl1p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lvl1pPr>
              <a:defRPr>
                <a:solidFill>
                  <a:schemeClr val="bg1"/>
                </a:solidFill>
              </a:defRPr>
            </a:lvl1pPr>
          </a:lstStyle>
          <a:p>
            <a:fld id="{841E3E3A-E396-4196-B605-FF40E1BDE65D}" type="slidenum">
              <a:rPr lang="en-GB" smtClean="0"/>
              <a:pPr/>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solidFill>
                  <a:schemeClr val="bg1"/>
                </a:solidFill>
              </a:defRPr>
            </a:lvl1pPr>
          </a:lstStyle>
          <a:p>
            <a:pPr lvl="0"/>
            <a:r>
              <a:rPr lang="en-US" dirty="0"/>
              <a:t>Click to edit Master text styles</a:t>
            </a:r>
          </a:p>
        </p:txBody>
      </p:sp>
      <p:sp>
        <p:nvSpPr>
          <p:cNvPr id="7" name="Content Placeholder 2">
            <a:extLst>
              <a:ext uri="{FF2B5EF4-FFF2-40B4-BE49-F238E27FC236}">
                <a16:creationId xmlns:a16="http://schemas.microsoft.com/office/drawing/2014/main" id="{E620D794-818C-9EF7-046E-6F7B45B92D0E}"/>
              </a:ext>
            </a:extLst>
          </p:cNvPr>
          <p:cNvSpPr>
            <a:spLocks noGrp="1"/>
          </p:cNvSpPr>
          <p:nvPr>
            <p:ph idx="14"/>
          </p:nvPr>
        </p:nvSpPr>
        <p:spPr>
          <a:xfrm>
            <a:off x="5074834" y="2648600"/>
            <a:ext cx="4340629" cy="3168000"/>
          </a:xfrm>
        </p:spPr>
        <p:txBody>
          <a:bodyPr/>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17948075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nd Content 5 Turquois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lvl1pPr>
              <a:defRPr>
                <a:solidFill>
                  <a:schemeClr val="tx2"/>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4" y="2644775"/>
            <a:ext cx="4340629" cy="3168000"/>
          </a:xfrm>
        </p:spPr>
        <p:txBody>
          <a:bodyPr/>
          <a:lstStyle>
            <a:lvl1pPr>
              <a:defRPr>
                <a:solidFill>
                  <a:schemeClr val="tx2"/>
                </a:solidFill>
              </a:defRPr>
            </a:lvl1pPr>
            <a:lvl2pPr>
              <a:defRPr>
                <a:solidFill>
                  <a:schemeClr val="tx2"/>
                </a:solidFill>
                <a:latin typeface="PP Pangram Sans Semibold Smbold" pitchFamily="2" charset="0"/>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lvl1pPr>
              <a:defRPr>
                <a:solidFill>
                  <a:schemeClr val="tx2"/>
                </a:solidFill>
              </a:defRPr>
            </a:lvl1pPr>
          </a:lstStyle>
          <a:p>
            <a:fld id="{BB64882F-EA33-4643-BF33-66F63659D0E5}" type="datetimeFigureOut">
              <a:rPr lang="en-GB" smtClean="0"/>
              <a:pPr/>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lvl1pPr>
              <a:defRPr>
                <a:solidFill>
                  <a:schemeClr val="tx2"/>
                </a:solidFill>
              </a:defRPr>
            </a:lvl1p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lvl1pPr>
              <a:defRPr>
                <a:solidFill>
                  <a:schemeClr val="tx2"/>
                </a:solidFill>
              </a:defRPr>
            </a:lvl1pPr>
          </a:lstStyle>
          <a:p>
            <a:fld id="{841E3E3A-E396-4196-B605-FF40E1BDE65D}" type="slidenum">
              <a:rPr lang="en-GB" smtClean="0"/>
              <a:pPr/>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solidFill>
                  <a:schemeClr val="tx2"/>
                </a:solidFill>
              </a:defRPr>
            </a:lvl1pPr>
          </a:lstStyle>
          <a:p>
            <a:pPr lvl="0"/>
            <a:r>
              <a:rPr lang="en-US" dirty="0"/>
              <a:t>Click to edit Master text styles</a:t>
            </a:r>
          </a:p>
        </p:txBody>
      </p:sp>
      <p:sp>
        <p:nvSpPr>
          <p:cNvPr id="7" name="Content Placeholder 2">
            <a:extLst>
              <a:ext uri="{FF2B5EF4-FFF2-40B4-BE49-F238E27FC236}">
                <a16:creationId xmlns:a16="http://schemas.microsoft.com/office/drawing/2014/main" id="{E620D794-818C-9EF7-046E-6F7B45B92D0E}"/>
              </a:ext>
            </a:extLst>
          </p:cNvPr>
          <p:cNvSpPr>
            <a:spLocks noGrp="1"/>
          </p:cNvSpPr>
          <p:nvPr>
            <p:ph idx="14"/>
          </p:nvPr>
        </p:nvSpPr>
        <p:spPr>
          <a:xfrm>
            <a:off x="5074834" y="2648600"/>
            <a:ext cx="4340629" cy="3168000"/>
          </a:xfrm>
        </p:spPr>
        <p:txBody>
          <a:bodyPr/>
          <a:lstStyle>
            <a:lvl1pPr>
              <a:defRPr sz="1600">
                <a:solidFill>
                  <a:schemeClr val="tx2"/>
                </a:solidFill>
              </a:defRPr>
            </a:lvl1pPr>
            <a:lvl2pPr>
              <a:defRPr sz="1600">
                <a:solidFill>
                  <a:schemeClr val="tx2"/>
                </a:solidFill>
              </a:defRPr>
            </a:lvl2pPr>
            <a:lvl3pPr>
              <a:defRPr sz="1600">
                <a:solidFill>
                  <a:schemeClr val="tx2"/>
                </a:solidFill>
              </a:defRPr>
            </a:lvl3pPr>
            <a:lvl4pPr>
              <a:defRPr sz="1600">
                <a:solidFill>
                  <a:schemeClr val="tx2"/>
                </a:solidFill>
              </a:defRPr>
            </a:lvl4pPr>
            <a:lvl5pPr>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8" name="Picture 7" descr="A blue letter in a white circle&#10;&#10;AI-generated content may be incorrect.">
            <a:extLst>
              <a:ext uri="{FF2B5EF4-FFF2-40B4-BE49-F238E27FC236}">
                <a16:creationId xmlns:a16="http://schemas.microsoft.com/office/drawing/2014/main" id="{5F6D6D46-B922-AE38-0807-8D79E7B9D70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800" y="5957189"/>
            <a:ext cx="540000" cy="540000"/>
          </a:xfrm>
          <a:prstGeom prst="rect">
            <a:avLst/>
          </a:prstGeom>
        </p:spPr>
      </p:pic>
    </p:spTree>
    <p:extLst>
      <p:ext uri="{BB962C8B-B14F-4D97-AF65-F5344CB8AC3E}">
        <p14:creationId xmlns:p14="http://schemas.microsoft.com/office/powerpoint/2010/main" val="138409615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6 Light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lvl1pPr>
              <a:defRPr>
                <a:solidFill>
                  <a:schemeClr val="bg1"/>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4" y="2644775"/>
            <a:ext cx="4340629" cy="3168000"/>
          </a:xfrm>
        </p:spPr>
        <p:txBody>
          <a:bodyPr/>
          <a:lstStyle>
            <a:lvl1pPr>
              <a:defRPr>
                <a:solidFill>
                  <a:schemeClr val="bg1"/>
                </a:solidFill>
              </a:defRPr>
            </a:lvl1pPr>
            <a:lvl2pPr>
              <a:defRPr>
                <a:solidFill>
                  <a:schemeClr val="bg1"/>
                </a:solidFill>
                <a:latin typeface="PP Pangram Sans Semibold Smbold" pitchFamily="2"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lvl1pPr>
              <a:defRPr>
                <a:solidFill>
                  <a:schemeClr val="tx2"/>
                </a:solidFill>
              </a:defRPr>
            </a:lvl1pPr>
          </a:lstStyle>
          <a:p>
            <a:fld id="{BB64882F-EA33-4643-BF33-66F63659D0E5}" type="datetimeFigureOut">
              <a:rPr lang="en-GB" smtClean="0"/>
              <a:pPr/>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lvl1pPr>
              <a:defRPr>
                <a:solidFill>
                  <a:schemeClr val="tx2"/>
                </a:solidFill>
              </a:defRPr>
            </a:lvl1p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lvl1pPr>
              <a:defRPr>
                <a:solidFill>
                  <a:schemeClr val="tx2"/>
                </a:solidFill>
              </a:defRPr>
            </a:lvl1pPr>
          </a:lstStyle>
          <a:p>
            <a:fld id="{841E3E3A-E396-4196-B605-FF40E1BDE65D}" type="slidenum">
              <a:rPr lang="en-GB" smtClean="0"/>
              <a:pPr/>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solidFill>
                  <a:schemeClr val="bg1"/>
                </a:solidFill>
              </a:defRPr>
            </a:lvl1pPr>
          </a:lstStyle>
          <a:p>
            <a:pPr lvl="0"/>
            <a:r>
              <a:rPr lang="en-US" dirty="0"/>
              <a:t>Click to edit Master text styles</a:t>
            </a:r>
          </a:p>
        </p:txBody>
      </p:sp>
      <p:sp>
        <p:nvSpPr>
          <p:cNvPr id="7" name="Content Placeholder 2">
            <a:extLst>
              <a:ext uri="{FF2B5EF4-FFF2-40B4-BE49-F238E27FC236}">
                <a16:creationId xmlns:a16="http://schemas.microsoft.com/office/drawing/2014/main" id="{E620D794-818C-9EF7-046E-6F7B45B92D0E}"/>
              </a:ext>
            </a:extLst>
          </p:cNvPr>
          <p:cNvSpPr>
            <a:spLocks noGrp="1"/>
          </p:cNvSpPr>
          <p:nvPr>
            <p:ph idx="14"/>
          </p:nvPr>
        </p:nvSpPr>
        <p:spPr>
          <a:xfrm>
            <a:off x="5074834" y="2648600"/>
            <a:ext cx="4340629" cy="3168000"/>
          </a:xfrm>
        </p:spPr>
        <p:txBody>
          <a:bodyPr/>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63397878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4000" y="2159000"/>
            <a:ext cx="4345814" cy="3655001"/>
          </a:xfrm>
        </p:spPr>
        <p:txBody>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
        <p:nvSpPr>
          <p:cNvPr id="7" name="Content Placeholder 2">
            <a:extLst>
              <a:ext uri="{FF2B5EF4-FFF2-40B4-BE49-F238E27FC236}">
                <a16:creationId xmlns:a16="http://schemas.microsoft.com/office/drawing/2014/main" id="{8FCBDE20-0E6B-734C-BB9D-87607D9F14BE}"/>
              </a:ext>
            </a:extLst>
          </p:cNvPr>
          <p:cNvSpPr>
            <a:spLocks noGrp="1"/>
          </p:cNvSpPr>
          <p:nvPr>
            <p:ph idx="14"/>
          </p:nvPr>
        </p:nvSpPr>
        <p:spPr>
          <a:xfrm>
            <a:off x="5069649" y="2159001"/>
            <a:ext cx="6617526" cy="3657600"/>
          </a:xfrm>
        </p:spPr>
        <p:txBody>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04128883"/>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genda 3 columns">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BAA031EE-17B7-E2AE-CEAB-7C3B41AC6806}"/>
              </a:ext>
            </a:extLst>
          </p:cNvPr>
          <p:cNvSpPr>
            <a:spLocks noGrp="1"/>
          </p:cNvSpPr>
          <p:nvPr>
            <p:ph type="body" sz="quarter" idx="18" hasCustomPrompt="1"/>
          </p:nvPr>
        </p:nvSpPr>
        <p:spPr>
          <a:xfrm>
            <a:off x="501650" y="2169000"/>
            <a:ext cx="1255176" cy="1260000"/>
          </a:xfrm>
          <a:custGeom>
            <a:avLst/>
            <a:gdLst>
              <a:gd name="connsiteX0" fmla="*/ 709302 w 1255176"/>
              <a:gd name="connsiteY0" fmla="*/ 0 h 1260000"/>
              <a:gd name="connsiteX1" fmla="*/ 1255176 w 1255176"/>
              <a:gd name="connsiteY1" fmla="*/ 549182 h 1260000"/>
              <a:gd name="connsiteX2" fmla="*/ 545811 w 1255176"/>
              <a:gd name="connsiteY2" fmla="*/ 1260000 h 1260000"/>
              <a:gd name="connsiteX3" fmla="*/ 0 w 1255176"/>
              <a:gd name="connsiteY3" fmla="*/ 710818 h 1260000"/>
              <a:gd name="connsiteX4" fmla="*/ 709302 w 1255176"/>
              <a:gd name="connsiteY4" fmla="*/ 0 h 12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5176" h="1260000">
                <a:moveTo>
                  <a:pt x="709302" y="0"/>
                </a:moveTo>
                <a:cubicBezTo>
                  <a:pt x="941050" y="0"/>
                  <a:pt x="1255176" y="162310"/>
                  <a:pt x="1255176" y="549182"/>
                </a:cubicBezTo>
                <a:cubicBezTo>
                  <a:pt x="1255176" y="936055"/>
                  <a:pt x="913718" y="1260000"/>
                  <a:pt x="545811" y="1260000"/>
                </a:cubicBezTo>
                <a:cubicBezTo>
                  <a:pt x="314063" y="1260000"/>
                  <a:pt x="0" y="1097690"/>
                  <a:pt x="0" y="710818"/>
                </a:cubicBezTo>
                <a:cubicBezTo>
                  <a:pt x="0" y="323946"/>
                  <a:pt x="341396" y="0"/>
                  <a:pt x="709302" y="0"/>
                </a:cubicBezTo>
                <a:close/>
              </a:path>
            </a:pathLst>
          </a:custGeom>
          <a:solidFill>
            <a:schemeClr val="accent1"/>
          </a:solidFill>
        </p:spPr>
        <p:txBody>
          <a:bodyPr wrap="square" anchor="ctr">
            <a:noAutofit/>
          </a:bodyPr>
          <a:lstStyle>
            <a:lvl1pPr algn="ctr">
              <a:defRPr sz="4800">
                <a:latin typeface="+mj-lt"/>
              </a:defRPr>
            </a:lvl1pPr>
          </a:lstStyle>
          <a:p>
            <a:pPr lvl="0"/>
            <a:r>
              <a:rPr lang="en-GB" dirty="0"/>
              <a:t>00</a:t>
            </a:r>
          </a:p>
        </p:txBody>
      </p:sp>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4000" y="3600000"/>
            <a:ext cx="3204400" cy="2216600"/>
          </a:xfrm>
        </p:spPr>
        <p:txBody>
          <a:bodyPr/>
          <a:lstStyle>
            <a:lvl1pPr>
              <a:defRPr sz="180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
        <p:nvSpPr>
          <p:cNvPr id="8" name="Content Placeholder 2">
            <a:extLst>
              <a:ext uri="{FF2B5EF4-FFF2-40B4-BE49-F238E27FC236}">
                <a16:creationId xmlns:a16="http://schemas.microsoft.com/office/drawing/2014/main" id="{3A14EA0D-C10D-56D1-0C27-7247BFE7ADEB}"/>
              </a:ext>
            </a:extLst>
          </p:cNvPr>
          <p:cNvSpPr>
            <a:spLocks noGrp="1"/>
          </p:cNvSpPr>
          <p:nvPr>
            <p:ph idx="14"/>
          </p:nvPr>
        </p:nvSpPr>
        <p:spPr>
          <a:xfrm>
            <a:off x="3924300" y="3600000"/>
            <a:ext cx="3204401" cy="2216600"/>
          </a:xfrm>
        </p:spPr>
        <p:txBody>
          <a:bodyPr/>
          <a:lstStyle>
            <a:lvl1pPr>
              <a:defRPr sz="180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2">
            <a:extLst>
              <a:ext uri="{FF2B5EF4-FFF2-40B4-BE49-F238E27FC236}">
                <a16:creationId xmlns:a16="http://schemas.microsoft.com/office/drawing/2014/main" id="{F37C7B38-36F2-A9CE-568E-8D8427C86D02}"/>
              </a:ext>
            </a:extLst>
          </p:cNvPr>
          <p:cNvSpPr>
            <a:spLocks noGrp="1"/>
          </p:cNvSpPr>
          <p:nvPr>
            <p:ph idx="15"/>
          </p:nvPr>
        </p:nvSpPr>
        <p:spPr>
          <a:xfrm>
            <a:off x="7348537" y="3600000"/>
            <a:ext cx="3204401" cy="2216600"/>
          </a:xfrm>
        </p:spPr>
        <p:txBody>
          <a:bodyPr/>
          <a:lstStyle>
            <a:lvl1pPr>
              <a:defRPr sz="180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7" name="Text Placeholder 16">
            <a:extLst>
              <a:ext uri="{FF2B5EF4-FFF2-40B4-BE49-F238E27FC236}">
                <a16:creationId xmlns:a16="http://schemas.microsoft.com/office/drawing/2014/main" id="{BF77A7E8-86FB-A1EE-A0A9-8BB6C03C10FC}"/>
              </a:ext>
            </a:extLst>
          </p:cNvPr>
          <p:cNvSpPr>
            <a:spLocks noGrp="1"/>
          </p:cNvSpPr>
          <p:nvPr>
            <p:ph type="body" sz="quarter" idx="19" hasCustomPrompt="1"/>
          </p:nvPr>
        </p:nvSpPr>
        <p:spPr>
          <a:xfrm>
            <a:off x="7344601" y="2169000"/>
            <a:ext cx="1255176" cy="1260000"/>
          </a:xfrm>
          <a:custGeom>
            <a:avLst/>
            <a:gdLst>
              <a:gd name="connsiteX0" fmla="*/ 709302 w 1255176"/>
              <a:gd name="connsiteY0" fmla="*/ 0 h 1260000"/>
              <a:gd name="connsiteX1" fmla="*/ 1255176 w 1255176"/>
              <a:gd name="connsiteY1" fmla="*/ 549182 h 1260000"/>
              <a:gd name="connsiteX2" fmla="*/ 545811 w 1255176"/>
              <a:gd name="connsiteY2" fmla="*/ 1260000 h 1260000"/>
              <a:gd name="connsiteX3" fmla="*/ 0 w 1255176"/>
              <a:gd name="connsiteY3" fmla="*/ 710818 h 1260000"/>
              <a:gd name="connsiteX4" fmla="*/ 709302 w 1255176"/>
              <a:gd name="connsiteY4" fmla="*/ 0 h 12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5176" h="1260000">
                <a:moveTo>
                  <a:pt x="709302" y="0"/>
                </a:moveTo>
                <a:cubicBezTo>
                  <a:pt x="941050" y="0"/>
                  <a:pt x="1255176" y="162310"/>
                  <a:pt x="1255176" y="549182"/>
                </a:cubicBezTo>
                <a:cubicBezTo>
                  <a:pt x="1255176" y="936055"/>
                  <a:pt x="913718" y="1260000"/>
                  <a:pt x="545811" y="1260000"/>
                </a:cubicBezTo>
                <a:cubicBezTo>
                  <a:pt x="314063" y="1260000"/>
                  <a:pt x="0" y="1097690"/>
                  <a:pt x="0" y="710818"/>
                </a:cubicBezTo>
                <a:cubicBezTo>
                  <a:pt x="0" y="323946"/>
                  <a:pt x="341396" y="0"/>
                  <a:pt x="709302" y="0"/>
                </a:cubicBezTo>
                <a:close/>
              </a:path>
            </a:pathLst>
          </a:custGeom>
          <a:solidFill>
            <a:schemeClr val="accent3"/>
          </a:solidFill>
        </p:spPr>
        <p:txBody>
          <a:bodyPr wrap="square" anchor="ctr">
            <a:noAutofit/>
          </a:bodyPr>
          <a:lstStyle>
            <a:lvl1pPr algn="ctr">
              <a:defRPr sz="4800">
                <a:solidFill>
                  <a:schemeClr val="accent2"/>
                </a:solidFill>
                <a:latin typeface="+mj-lt"/>
              </a:defRPr>
            </a:lvl1pPr>
          </a:lstStyle>
          <a:p>
            <a:pPr lvl="0"/>
            <a:r>
              <a:rPr lang="en-GB" dirty="0"/>
              <a:t>00</a:t>
            </a:r>
          </a:p>
        </p:txBody>
      </p:sp>
      <p:sp>
        <p:nvSpPr>
          <p:cNvPr id="19" name="Text Placeholder 18">
            <a:extLst>
              <a:ext uri="{FF2B5EF4-FFF2-40B4-BE49-F238E27FC236}">
                <a16:creationId xmlns:a16="http://schemas.microsoft.com/office/drawing/2014/main" id="{77EAB473-2948-8950-BA3E-1D8269DA4FFD}"/>
              </a:ext>
            </a:extLst>
          </p:cNvPr>
          <p:cNvSpPr>
            <a:spLocks noGrp="1"/>
          </p:cNvSpPr>
          <p:nvPr>
            <p:ph type="body" sz="quarter" idx="21" hasCustomPrompt="1"/>
          </p:nvPr>
        </p:nvSpPr>
        <p:spPr>
          <a:xfrm flipH="1">
            <a:off x="3920364" y="2169000"/>
            <a:ext cx="1255176" cy="1260000"/>
          </a:xfrm>
          <a:custGeom>
            <a:avLst/>
            <a:gdLst>
              <a:gd name="connsiteX0" fmla="*/ 709302 w 1255176"/>
              <a:gd name="connsiteY0" fmla="*/ 0 h 1260000"/>
              <a:gd name="connsiteX1" fmla="*/ 1255176 w 1255176"/>
              <a:gd name="connsiteY1" fmla="*/ 549182 h 1260000"/>
              <a:gd name="connsiteX2" fmla="*/ 545811 w 1255176"/>
              <a:gd name="connsiteY2" fmla="*/ 1260000 h 1260000"/>
              <a:gd name="connsiteX3" fmla="*/ 0 w 1255176"/>
              <a:gd name="connsiteY3" fmla="*/ 710818 h 1260000"/>
              <a:gd name="connsiteX4" fmla="*/ 709302 w 1255176"/>
              <a:gd name="connsiteY4" fmla="*/ 0 h 12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5176" h="1260000">
                <a:moveTo>
                  <a:pt x="709302" y="0"/>
                </a:moveTo>
                <a:cubicBezTo>
                  <a:pt x="941050" y="0"/>
                  <a:pt x="1255176" y="162310"/>
                  <a:pt x="1255176" y="549182"/>
                </a:cubicBezTo>
                <a:cubicBezTo>
                  <a:pt x="1255176" y="936055"/>
                  <a:pt x="913718" y="1260000"/>
                  <a:pt x="545811" y="1260000"/>
                </a:cubicBezTo>
                <a:cubicBezTo>
                  <a:pt x="314063" y="1260000"/>
                  <a:pt x="0" y="1097690"/>
                  <a:pt x="0" y="710818"/>
                </a:cubicBezTo>
                <a:cubicBezTo>
                  <a:pt x="0" y="323946"/>
                  <a:pt x="341396" y="0"/>
                  <a:pt x="709302" y="0"/>
                </a:cubicBezTo>
                <a:close/>
              </a:path>
            </a:pathLst>
          </a:custGeom>
          <a:solidFill>
            <a:schemeClr val="accent2"/>
          </a:solidFill>
        </p:spPr>
        <p:txBody>
          <a:bodyPr wrap="square" anchor="ctr">
            <a:noAutofit/>
          </a:bodyPr>
          <a:lstStyle>
            <a:lvl1pPr algn="ctr">
              <a:defRPr sz="4800">
                <a:latin typeface="+mj-lt"/>
              </a:defRPr>
            </a:lvl1pPr>
          </a:lstStyle>
          <a:p>
            <a:pPr lvl="0"/>
            <a:r>
              <a:rPr lang="en-GB" dirty="0"/>
              <a:t>00</a:t>
            </a:r>
          </a:p>
        </p:txBody>
      </p:sp>
    </p:spTree>
    <p:extLst>
      <p:ext uri="{BB962C8B-B14F-4D97-AF65-F5344CB8AC3E}">
        <p14:creationId xmlns:p14="http://schemas.microsoft.com/office/powerpoint/2010/main" val="2312078403"/>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5 columns">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BAA031EE-17B7-E2AE-CEAB-7C3B41AC6806}"/>
              </a:ext>
            </a:extLst>
          </p:cNvPr>
          <p:cNvSpPr>
            <a:spLocks noGrp="1"/>
          </p:cNvSpPr>
          <p:nvPr>
            <p:ph type="body" sz="quarter" idx="18" hasCustomPrompt="1"/>
          </p:nvPr>
        </p:nvSpPr>
        <p:spPr>
          <a:xfrm>
            <a:off x="501650" y="2169000"/>
            <a:ext cx="1255176" cy="1260000"/>
          </a:xfrm>
          <a:custGeom>
            <a:avLst/>
            <a:gdLst>
              <a:gd name="connsiteX0" fmla="*/ 709302 w 1255176"/>
              <a:gd name="connsiteY0" fmla="*/ 0 h 1260000"/>
              <a:gd name="connsiteX1" fmla="*/ 1255176 w 1255176"/>
              <a:gd name="connsiteY1" fmla="*/ 549182 h 1260000"/>
              <a:gd name="connsiteX2" fmla="*/ 545811 w 1255176"/>
              <a:gd name="connsiteY2" fmla="*/ 1260000 h 1260000"/>
              <a:gd name="connsiteX3" fmla="*/ 0 w 1255176"/>
              <a:gd name="connsiteY3" fmla="*/ 710818 h 1260000"/>
              <a:gd name="connsiteX4" fmla="*/ 709302 w 1255176"/>
              <a:gd name="connsiteY4" fmla="*/ 0 h 12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5176" h="1260000">
                <a:moveTo>
                  <a:pt x="709302" y="0"/>
                </a:moveTo>
                <a:cubicBezTo>
                  <a:pt x="941050" y="0"/>
                  <a:pt x="1255176" y="162310"/>
                  <a:pt x="1255176" y="549182"/>
                </a:cubicBezTo>
                <a:cubicBezTo>
                  <a:pt x="1255176" y="936055"/>
                  <a:pt x="913718" y="1260000"/>
                  <a:pt x="545811" y="1260000"/>
                </a:cubicBezTo>
                <a:cubicBezTo>
                  <a:pt x="314063" y="1260000"/>
                  <a:pt x="0" y="1097690"/>
                  <a:pt x="0" y="710818"/>
                </a:cubicBezTo>
                <a:cubicBezTo>
                  <a:pt x="0" y="323946"/>
                  <a:pt x="341396" y="0"/>
                  <a:pt x="709302" y="0"/>
                </a:cubicBezTo>
                <a:close/>
              </a:path>
            </a:pathLst>
          </a:custGeom>
          <a:solidFill>
            <a:schemeClr val="accent1"/>
          </a:solidFill>
        </p:spPr>
        <p:txBody>
          <a:bodyPr wrap="square" anchor="ctr">
            <a:noAutofit/>
          </a:bodyPr>
          <a:lstStyle>
            <a:lvl1pPr algn="ctr">
              <a:defRPr sz="4800">
                <a:latin typeface="+mj-lt"/>
              </a:defRPr>
            </a:lvl1pPr>
          </a:lstStyle>
          <a:p>
            <a:pPr lvl="0"/>
            <a:r>
              <a:rPr lang="en-GB" dirty="0"/>
              <a:t>00</a:t>
            </a:r>
          </a:p>
        </p:txBody>
      </p:sp>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
        <p:nvSpPr>
          <p:cNvPr id="17" name="Text Placeholder 16">
            <a:extLst>
              <a:ext uri="{FF2B5EF4-FFF2-40B4-BE49-F238E27FC236}">
                <a16:creationId xmlns:a16="http://schemas.microsoft.com/office/drawing/2014/main" id="{BF77A7E8-86FB-A1EE-A0A9-8BB6C03C10FC}"/>
              </a:ext>
            </a:extLst>
          </p:cNvPr>
          <p:cNvSpPr>
            <a:spLocks noGrp="1"/>
          </p:cNvSpPr>
          <p:nvPr>
            <p:ph type="body" sz="quarter" idx="19" hasCustomPrompt="1"/>
          </p:nvPr>
        </p:nvSpPr>
        <p:spPr>
          <a:xfrm>
            <a:off x="5065713" y="2169000"/>
            <a:ext cx="1255176" cy="1260000"/>
          </a:xfrm>
          <a:custGeom>
            <a:avLst/>
            <a:gdLst>
              <a:gd name="connsiteX0" fmla="*/ 709302 w 1255176"/>
              <a:gd name="connsiteY0" fmla="*/ 0 h 1260000"/>
              <a:gd name="connsiteX1" fmla="*/ 1255176 w 1255176"/>
              <a:gd name="connsiteY1" fmla="*/ 549182 h 1260000"/>
              <a:gd name="connsiteX2" fmla="*/ 545811 w 1255176"/>
              <a:gd name="connsiteY2" fmla="*/ 1260000 h 1260000"/>
              <a:gd name="connsiteX3" fmla="*/ 0 w 1255176"/>
              <a:gd name="connsiteY3" fmla="*/ 710818 h 1260000"/>
              <a:gd name="connsiteX4" fmla="*/ 709302 w 1255176"/>
              <a:gd name="connsiteY4" fmla="*/ 0 h 12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5176" h="1260000">
                <a:moveTo>
                  <a:pt x="709302" y="0"/>
                </a:moveTo>
                <a:cubicBezTo>
                  <a:pt x="941050" y="0"/>
                  <a:pt x="1255176" y="162310"/>
                  <a:pt x="1255176" y="549182"/>
                </a:cubicBezTo>
                <a:cubicBezTo>
                  <a:pt x="1255176" y="936055"/>
                  <a:pt x="913718" y="1260000"/>
                  <a:pt x="545811" y="1260000"/>
                </a:cubicBezTo>
                <a:cubicBezTo>
                  <a:pt x="314063" y="1260000"/>
                  <a:pt x="0" y="1097690"/>
                  <a:pt x="0" y="710818"/>
                </a:cubicBezTo>
                <a:cubicBezTo>
                  <a:pt x="0" y="323946"/>
                  <a:pt x="341396" y="0"/>
                  <a:pt x="709302" y="0"/>
                </a:cubicBezTo>
                <a:close/>
              </a:path>
            </a:pathLst>
          </a:custGeom>
          <a:solidFill>
            <a:schemeClr val="accent3"/>
          </a:solidFill>
        </p:spPr>
        <p:txBody>
          <a:bodyPr wrap="square" anchor="ctr">
            <a:noAutofit/>
          </a:bodyPr>
          <a:lstStyle>
            <a:lvl1pPr algn="ctr">
              <a:defRPr sz="4800">
                <a:solidFill>
                  <a:schemeClr val="accent2"/>
                </a:solidFill>
                <a:latin typeface="+mj-lt"/>
              </a:defRPr>
            </a:lvl1pPr>
          </a:lstStyle>
          <a:p>
            <a:pPr lvl="0"/>
            <a:r>
              <a:rPr lang="en-GB" dirty="0"/>
              <a:t>00</a:t>
            </a:r>
          </a:p>
        </p:txBody>
      </p:sp>
      <p:sp>
        <p:nvSpPr>
          <p:cNvPr id="18" name="Text Placeholder 17">
            <a:extLst>
              <a:ext uri="{FF2B5EF4-FFF2-40B4-BE49-F238E27FC236}">
                <a16:creationId xmlns:a16="http://schemas.microsoft.com/office/drawing/2014/main" id="{5017067E-D12F-549A-E27F-F938FFD120AE}"/>
              </a:ext>
            </a:extLst>
          </p:cNvPr>
          <p:cNvSpPr>
            <a:spLocks noGrp="1"/>
          </p:cNvSpPr>
          <p:nvPr>
            <p:ph type="body" sz="quarter" idx="20" hasCustomPrompt="1"/>
          </p:nvPr>
        </p:nvSpPr>
        <p:spPr>
          <a:xfrm flipH="1">
            <a:off x="9631363" y="2169000"/>
            <a:ext cx="1255176" cy="1260000"/>
          </a:xfrm>
          <a:custGeom>
            <a:avLst/>
            <a:gdLst>
              <a:gd name="connsiteX0" fmla="*/ 709302 w 1255176"/>
              <a:gd name="connsiteY0" fmla="*/ 0 h 1260000"/>
              <a:gd name="connsiteX1" fmla="*/ 1255176 w 1255176"/>
              <a:gd name="connsiteY1" fmla="*/ 549182 h 1260000"/>
              <a:gd name="connsiteX2" fmla="*/ 545811 w 1255176"/>
              <a:gd name="connsiteY2" fmla="*/ 1260000 h 1260000"/>
              <a:gd name="connsiteX3" fmla="*/ 0 w 1255176"/>
              <a:gd name="connsiteY3" fmla="*/ 710818 h 1260000"/>
              <a:gd name="connsiteX4" fmla="*/ 709302 w 1255176"/>
              <a:gd name="connsiteY4" fmla="*/ 0 h 12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5176" h="1260000">
                <a:moveTo>
                  <a:pt x="709302" y="0"/>
                </a:moveTo>
                <a:cubicBezTo>
                  <a:pt x="941050" y="0"/>
                  <a:pt x="1255176" y="162310"/>
                  <a:pt x="1255176" y="549182"/>
                </a:cubicBezTo>
                <a:cubicBezTo>
                  <a:pt x="1255176" y="936055"/>
                  <a:pt x="913718" y="1260000"/>
                  <a:pt x="545811" y="1260000"/>
                </a:cubicBezTo>
                <a:cubicBezTo>
                  <a:pt x="314063" y="1260000"/>
                  <a:pt x="0" y="1097690"/>
                  <a:pt x="0" y="710818"/>
                </a:cubicBezTo>
                <a:cubicBezTo>
                  <a:pt x="0" y="323946"/>
                  <a:pt x="341396" y="0"/>
                  <a:pt x="709302" y="0"/>
                </a:cubicBezTo>
                <a:close/>
              </a:path>
            </a:pathLst>
          </a:custGeom>
          <a:solidFill>
            <a:schemeClr val="accent2"/>
          </a:solidFill>
        </p:spPr>
        <p:txBody>
          <a:bodyPr wrap="square" anchor="ctr">
            <a:noAutofit/>
          </a:bodyPr>
          <a:lstStyle>
            <a:lvl1pPr algn="ctr">
              <a:defRPr sz="4800">
                <a:latin typeface="+mj-lt"/>
              </a:defRPr>
            </a:lvl1pPr>
          </a:lstStyle>
          <a:p>
            <a:pPr lvl="0"/>
            <a:r>
              <a:rPr lang="en-GB" dirty="0"/>
              <a:t>00</a:t>
            </a:r>
          </a:p>
        </p:txBody>
      </p:sp>
      <p:sp>
        <p:nvSpPr>
          <p:cNvPr id="19" name="Text Placeholder 18">
            <a:extLst>
              <a:ext uri="{FF2B5EF4-FFF2-40B4-BE49-F238E27FC236}">
                <a16:creationId xmlns:a16="http://schemas.microsoft.com/office/drawing/2014/main" id="{77EAB473-2948-8950-BA3E-1D8269DA4FFD}"/>
              </a:ext>
            </a:extLst>
          </p:cNvPr>
          <p:cNvSpPr>
            <a:spLocks noGrp="1"/>
          </p:cNvSpPr>
          <p:nvPr>
            <p:ph type="body" sz="quarter" idx="21" hasCustomPrompt="1"/>
          </p:nvPr>
        </p:nvSpPr>
        <p:spPr>
          <a:xfrm flipH="1">
            <a:off x="2782888" y="2169000"/>
            <a:ext cx="1255176" cy="1260000"/>
          </a:xfrm>
          <a:custGeom>
            <a:avLst/>
            <a:gdLst>
              <a:gd name="connsiteX0" fmla="*/ 709302 w 1255176"/>
              <a:gd name="connsiteY0" fmla="*/ 0 h 1260000"/>
              <a:gd name="connsiteX1" fmla="*/ 1255176 w 1255176"/>
              <a:gd name="connsiteY1" fmla="*/ 549182 h 1260000"/>
              <a:gd name="connsiteX2" fmla="*/ 545811 w 1255176"/>
              <a:gd name="connsiteY2" fmla="*/ 1260000 h 1260000"/>
              <a:gd name="connsiteX3" fmla="*/ 0 w 1255176"/>
              <a:gd name="connsiteY3" fmla="*/ 710818 h 1260000"/>
              <a:gd name="connsiteX4" fmla="*/ 709302 w 1255176"/>
              <a:gd name="connsiteY4" fmla="*/ 0 h 12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5176" h="1260000">
                <a:moveTo>
                  <a:pt x="709302" y="0"/>
                </a:moveTo>
                <a:cubicBezTo>
                  <a:pt x="941050" y="0"/>
                  <a:pt x="1255176" y="162310"/>
                  <a:pt x="1255176" y="549182"/>
                </a:cubicBezTo>
                <a:cubicBezTo>
                  <a:pt x="1255176" y="936055"/>
                  <a:pt x="913718" y="1260000"/>
                  <a:pt x="545811" y="1260000"/>
                </a:cubicBezTo>
                <a:cubicBezTo>
                  <a:pt x="314063" y="1260000"/>
                  <a:pt x="0" y="1097690"/>
                  <a:pt x="0" y="710818"/>
                </a:cubicBezTo>
                <a:cubicBezTo>
                  <a:pt x="0" y="323946"/>
                  <a:pt x="341396" y="0"/>
                  <a:pt x="709302" y="0"/>
                </a:cubicBezTo>
                <a:close/>
              </a:path>
            </a:pathLst>
          </a:custGeom>
          <a:solidFill>
            <a:schemeClr val="accent2"/>
          </a:solidFill>
        </p:spPr>
        <p:txBody>
          <a:bodyPr wrap="square" anchor="ctr">
            <a:noAutofit/>
          </a:bodyPr>
          <a:lstStyle>
            <a:lvl1pPr algn="ctr">
              <a:defRPr sz="4800">
                <a:latin typeface="+mj-lt"/>
              </a:defRPr>
            </a:lvl1pPr>
          </a:lstStyle>
          <a:p>
            <a:pPr lvl="0"/>
            <a:r>
              <a:rPr lang="en-GB" dirty="0"/>
              <a:t>00</a:t>
            </a:r>
          </a:p>
        </p:txBody>
      </p:sp>
      <p:sp>
        <p:nvSpPr>
          <p:cNvPr id="20" name="Text Placeholder 19">
            <a:extLst>
              <a:ext uri="{FF2B5EF4-FFF2-40B4-BE49-F238E27FC236}">
                <a16:creationId xmlns:a16="http://schemas.microsoft.com/office/drawing/2014/main" id="{43AF9E71-4994-88DD-655D-E53A4DC93EB1}"/>
              </a:ext>
            </a:extLst>
          </p:cNvPr>
          <p:cNvSpPr>
            <a:spLocks noGrp="1"/>
          </p:cNvSpPr>
          <p:nvPr>
            <p:ph type="body" sz="quarter" idx="22" hasCustomPrompt="1"/>
          </p:nvPr>
        </p:nvSpPr>
        <p:spPr>
          <a:xfrm>
            <a:off x="7356475" y="2169000"/>
            <a:ext cx="1255176" cy="1260000"/>
          </a:xfrm>
          <a:custGeom>
            <a:avLst/>
            <a:gdLst>
              <a:gd name="connsiteX0" fmla="*/ 709302 w 1255176"/>
              <a:gd name="connsiteY0" fmla="*/ 0 h 1260000"/>
              <a:gd name="connsiteX1" fmla="*/ 1255176 w 1255176"/>
              <a:gd name="connsiteY1" fmla="*/ 549182 h 1260000"/>
              <a:gd name="connsiteX2" fmla="*/ 545811 w 1255176"/>
              <a:gd name="connsiteY2" fmla="*/ 1260000 h 1260000"/>
              <a:gd name="connsiteX3" fmla="*/ 0 w 1255176"/>
              <a:gd name="connsiteY3" fmla="*/ 710818 h 1260000"/>
              <a:gd name="connsiteX4" fmla="*/ 709302 w 1255176"/>
              <a:gd name="connsiteY4" fmla="*/ 0 h 12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5176" h="1260000">
                <a:moveTo>
                  <a:pt x="709302" y="0"/>
                </a:moveTo>
                <a:cubicBezTo>
                  <a:pt x="941050" y="0"/>
                  <a:pt x="1255176" y="162310"/>
                  <a:pt x="1255176" y="549182"/>
                </a:cubicBezTo>
                <a:cubicBezTo>
                  <a:pt x="1255176" y="936055"/>
                  <a:pt x="913718" y="1260000"/>
                  <a:pt x="545811" y="1260000"/>
                </a:cubicBezTo>
                <a:cubicBezTo>
                  <a:pt x="314063" y="1260000"/>
                  <a:pt x="0" y="1097690"/>
                  <a:pt x="0" y="710818"/>
                </a:cubicBezTo>
                <a:cubicBezTo>
                  <a:pt x="0" y="323946"/>
                  <a:pt x="341396" y="0"/>
                  <a:pt x="709302" y="0"/>
                </a:cubicBezTo>
                <a:close/>
              </a:path>
            </a:pathLst>
          </a:custGeom>
          <a:solidFill>
            <a:schemeClr val="accent1"/>
          </a:solidFill>
        </p:spPr>
        <p:txBody>
          <a:bodyPr wrap="square" anchor="ctr">
            <a:noAutofit/>
          </a:bodyPr>
          <a:lstStyle>
            <a:lvl1pPr algn="ctr">
              <a:defRPr sz="4800">
                <a:latin typeface="+mj-lt"/>
              </a:defRPr>
            </a:lvl1pPr>
          </a:lstStyle>
          <a:p>
            <a:pPr lvl="0"/>
            <a:r>
              <a:rPr lang="en-GB" dirty="0"/>
              <a:t>00</a:t>
            </a:r>
          </a:p>
        </p:txBody>
      </p:sp>
      <p:sp>
        <p:nvSpPr>
          <p:cNvPr id="22" name="Text Placeholder 21">
            <a:extLst>
              <a:ext uri="{FF2B5EF4-FFF2-40B4-BE49-F238E27FC236}">
                <a16:creationId xmlns:a16="http://schemas.microsoft.com/office/drawing/2014/main" id="{ACEE1E49-C7F9-2593-8945-9C354D3A8715}"/>
              </a:ext>
            </a:extLst>
          </p:cNvPr>
          <p:cNvSpPr>
            <a:spLocks noGrp="1"/>
          </p:cNvSpPr>
          <p:nvPr>
            <p:ph type="body" sz="quarter" idx="23"/>
          </p:nvPr>
        </p:nvSpPr>
        <p:spPr>
          <a:xfrm>
            <a:off x="2782888" y="3600001"/>
            <a:ext cx="2063750" cy="22166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21">
            <a:extLst>
              <a:ext uri="{FF2B5EF4-FFF2-40B4-BE49-F238E27FC236}">
                <a16:creationId xmlns:a16="http://schemas.microsoft.com/office/drawing/2014/main" id="{D8612319-8082-14BC-C8FA-C5C8FC82DEF5}"/>
              </a:ext>
            </a:extLst>
          </p:cNvPr>
          <p:cNvSpPr>
            <a:spLocks noGrp="1"/>
          </p:cNvSpPr>
          <p:nvPr>
            <p:ph type="body" sz="quarter" idx="24"/>
          </p:nvPr>
        </p:nvSpPr>
        <p:spPr>
          <a:xfrm>
            <a:off x="5062537" y="3600000"/>
            <a:ext cx="2063750" cy="22166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21">
            <a:extLst>
              <a:ext uri="{FF2B5EF4-FFF2-40B4-BE49-F238E27FC236}">
                <a16:creationId xmlns:a16="http://schemas.microsoft.com/office/drawing/2014/main" id="{9D7B21DD-95EC-303D-79E7-28413591182A}"/>
              </a:ext>
            </a:extLst>
          </p:cNvPr>
          <p:cNvSpPr>
            <a:spLocks noGrp="1"/>
          </p:cNvSpPr>
          <p:nvPr>
            <p:ph type="body" sz="quarter" idx="25"/>
          </p:nvPr>
        </p:nvSpPr>
        <p:spPr>
          <a:xfrm>
            <a:off x="7356475" y="3600000"/>
            <a:ext cx="2063750" cy="22166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5" name="Text Placeholder 21">
            <a:extLst>
              <a:ext uri="{FF2B5EF4-FFF2-40B4-BE49-F238E27FC236}">
                <a16:creationId xmlns:a16="http://schemas.microsoft.com/office/drawing/2014/main" id="{DDBA7260-16A8-DCE7-ED79-6DCA13444A53}"/>
              </a:ext>
            </a:extLst>
          </p:cNvPr>
          <p:cNvSpPr>
            <a:spLocks noGrp="1"/>
          </p:cNvSpPr>
          <p:nvPr>
            <p:ph type="body" sz="quarter" idx="26"/>
          </p:nvPr>
        </p:nvSpPr>
        <p:spPr>
          <a:xfrm>
            <a:off x="9650413" y="3600000"/>
            <a:ext cx="2036762" cy="22166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6" name="Text Placeholder 21">
            <a:extLst>
              <a:ext uri="{FF2B5EF4-FFF2-40B4-BE49-F238E27FC236}">
                <a16:creationId xmlns:a16="http://schemas.microsoft.com/office/drawing/2014/main" id="{F0D99011-47B5-498E-3141-FC1CD450ED64}"/>
              </a:ext>
            </a:extLst>
          </p:cNvPr>
          <p:cNvSpPr>
            <a:spLocks noGrp="1"/>
          </p:cNvSpPr>
          <p:nvPr>
            <p:ph type="body" sz="quarter" idx="27"/>
          </p:nvPr>
        </p:nvSpPr>
        <p:spPr>
          <a:xfrm>
            <a:off x="501650" y="3600000"/>
            <a:ext cx="2065339" cy="2216600"/>
          </a:xfrm>
        </p:spPr>
        <p:txBody>
          <a:bodyPr/>
          <a:lstStyle>
            <a:lvl1pPr>
              <a:defRPr sz="180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748587723"/>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genda 5 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
        <p:nvSpPr>
          <p:cNvPr id="13" name="Text Placeholder 12">
            <a:extLst>
              <a:ext uri="{FF2B5EF4-FFF2-40B4-BE49-F238E27FC236}">
                <a16:creationId xmlns:a16="http://schemas.microsoft.com/office/drawing/2014/main" id="{2FB6E473-F2C5-C4D4-26D9-BE03A3209B34}"/>
              </a:ext>
            </a:extLst>
          </p:cNvPr>
          <p:cNvSpPr>
            <a:spLocks noGrp="1"/>
          </p:cNvSpPr>
          <p:nvPr>
            <p:ph type="body" sz="quarter" idx="14"/>
          </p:nvPr>
        </p:nvSpPr>
        <p:spPr>
          <a:xfrm>
            <a:off x="501650" y="2159000"/>
            <a:ext cx="2065338" cy="1692000"/>
          </a:xfrm>
        </p:spPr>
        <p:txBody>
          <a:bodyPr/>
          <a:lstStyle>
            <a:lvl1pPr>
              <a:defRPr sz="180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5" name="Text Placeholder 14">
            <a:extLst>
              <a:ext uri="{FF2B5EF4-FFF2-40B4-BE49-F238E27FC236}">
                <a16:creationId xmlns:a16="http://schemas.microsoft.com/office/drawing/2014/main" id="{C93F757E-AFEE-CF0A-D317-8F98552D898C}"/>
              </a:ext>
            </a:extLst>
          </p:cNvPr>
          <p:cNvSpPr>
            <a:spLocks noGrp="1"/>
          </p:cNvSpPr>
          <p:nvPr>
            <p:ph type="body" sz="quarter" idx="15"/>
          </p:nvPr>
        </p:nvSpPr>
        <p:spPr>
          <a:xfrm>
            <a:off x="2782888" y="2159000"/>
            <a:ext cx="2065337" cy="1692000"/>
          </a:xfrm>
        </p:spPr>
        <p:txBody>
          <a:bodyPr/>
          <a:lstStyle>
            <a:lvl1pPr>
              <a:defRPr sz="180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2" name="Text Placeholder 21">
            <a:extLst>
              <a:ext uri="{FF2B5EF4-FFF2-40B4-BE49-F238E27FC236}">
                <a16:creationId xmlns:a16="http://schemas.microsoft.com/office/drawing/2014/main" id="{DC69639E-1C72-16D7-478C-AD1BCF0862A8}"/>
              </a:ext>
            </a:extLst>
          </p:cNvPr>
          <p:cNvSpPr>
            <a:spLocks noGrp="1"/>
          </p:cNvSpPr>
          <p:nvPr>
            <p:ph type="body" sz="quarter" idx="16"/>
          </p:nvPr>
        </p:nvSpPr>
        <p:spPr>
          <a:xfrm>
            <a:off x="5065713" y="2159000"/>
            <a:ext cx="2065337" cy="16920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23">
            <a:extLst>
              <a:ext uri="{FF2B5EF4-FFF2-40B4-BE49-F238E27FC236}">
                <a16:creationId xmlns:a16="http://schemas.microsoft.com/office/drawing/2014/main" id="{112FC2B2-7504-B8D1-8A61-FC1CAE823E56}"/>
              </a:ext>
            </a:extLst>
          </p:cNvPr>
          <p:cNvSpPr>
            <a:spLocks noGrp="1"/>
          </p:cNvSpPr>
          <p:nvPr>
            <p:ph type="body" sz="quarter" idx="17"/>
          </p:nvPr>
        </p:nvSpPr>
        <p:spPr>
          <a:xfrm>
            <a:off x="7356475" y="2159000"/>
            <a:ext cx="2052638" cy="16920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6" name="Text Placeholder 25">
            <a:extLst>
              <a:ext uri="{FF2B5EF4-FFF2-40B4-BE49-F238E27FC236}">
                <a16:creationId xmlns:a16="http://schemas.microsoft.com/office/drawing/2014/main" id="{6BC25E5D-06BB-0AAE-AF3E-FD9F5DAD3AAB}"/>
              </a:ext>
            </a:extLst>
          </p:cNvPr>
          <p:cNvSpPr>
            <a:spLocks noGrp="1"/>
          </p:cNvSpPr>
          <p:nvPr>
            <p:ph type="body" sz="quarter" idx="18"/>
          </p:nvPr>
        </p:nvSpPr>
        <p:spPr>
          <a:xfrm>
            <a:off x="9631363" y="2159000"/>
            <a:ext cx="2052637" cy="16920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7" name="Text Placeholder 12">
            <a:extLst>
              <a:ext uri="{FF2B5EF4-FFF2-40B4-BE49-F238E27FC236}">
                <a16:creationId xmlns:a16="http://schemas.microsoft.com/office/drawing/2014/main" id="{060235D7-9AEF-BD3D-31CE-1E02128E7DE7}"/>
              </a:ext>
            </a:extLst>
          </p:cNvPr>
          <p:cNvSpPr>
            <a:spLocks noGrp="1"/>
          </p:cNvSpPr>
          <p:nvPr>
            <p:ph type="body" sz="quarter" idx="19"/>
          </p:nvPr>
        </p:nvSpPr>
        <p:spPr>
          <a:xfrm>
            <a:off x="501650" y="4124600"/>
            <a:ext cx="2065338" cy="1692000"/>
          </a:xfrm>
        </p:spPr>
        <p:txBody>
          <a:bodyPr/>
          <a:lstStyle>
            <a:lvl1pPr>
              <a:defRPr sz="180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8" name="Text Placeholder 14">
            <a:extLst>
              <a:ext uri="{FF2B5EF4-FFF2-40B4-BE49-F238E27FC236}">
                <a16:creationId xmlns:a16="http://schemas.microsoft.com/office/drawing/2014/main" id="{4E846200-9A21-C53E-44AF-B9C83304B5B0}"/>
              </a:ext>
            </a:extLst>
          </p:cNvPr>
          <p:cNvSpPr>
            <a:spLocks noGrp="1"/>
          </p:cNvSpPr>
          <p:nvPr>
            <p:ph type="body" sz="quarter" idx="20"/>
          </p:nvPr>
        </p:nvSpPr>
        <p:spPr>
          <a:xfrm>
            <a:off x="2782888" y="4124600"/>
            <a:ext cx="2065337" cy="1692000"/>
          </a:xfrm>
        </p:spPr>
        <p:txBody>
          <a:bodyPr/>
          <a:lstStyle>
            <a:lvl1pPr>
              <a:defRPr sz="180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9" name="Text Placeholder 21">
            <a:extLst>
              <a:ext uri="{FF2B5EF4-FFF2-40B4-BE49-F238E27FC236}">
                <a16:creationId xmlns:a16="http://schemas.microsoft.com/office/drawing/2014/main" id="{288657A1-F99B-116A-5EF7-9CC35EFACD36}"/>
              </a:ext>
            </a:extLst>
          </p:cNvPr>
          <p:cNvSpPr>
            <a:spLocks noGrp="1"/>
          </p:cNvSpPr>
          <p:nvPr>
            <p:ph type="body" sz="quarter" idx="21"/>
          </p:nvPr>
        </p:nvSpPr>
        <p:spPr>
          <a:xfrm>
            <a:off x="5065713" y="4124600"/>
            <a:ext cx="2065337" cy="16920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23">
            <a:extLst>
              <a:ext uri="{FF2B5EF4-FFF2-40B4-BE49-F238E27FC236}">
                <a16:creationId xmlns:a16="http://schemas.microsoft.com/office/drawing/2014/main" id="{61A31A7A-E384-3C15-0771-419639831336}"/>
              </a:ext>
            </a:extLst>
          </p:cNvPr>
          <p:cNvSpPr>
            <a:spLocks noGrp="1"/>
          </p:cNvSpPr>
          <p:nvPr>
            <p:ph type="body" sz="quarter" idx="22"/>
          </p:nvPr>
        </p:nvSpPr>
        <p:spPr>
          <a:xfrm>
            <a:off x="7356475" y="4124600"/>
            <a:ext cx="2052638" cy="16920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25">
            <a:extLst>
              <a:ext uri="{FF2B5EF4-FFF2-40B4-BE49-F238E27FC236}">
                <a16:creationId xmlns:a16="http://schemas.microsoft.com/office/drawing/2014/main" id="{61ED21A2-CD5F-6A8B-44AA-AB8DCE2B59A7}"/>
              </a:ext>
            </a:extLst>
          </p:cNvPr>
          <p:cNvSpPr>
            <a:spLocks noGrp="1"/>
          </p:cNvSpPr>
          <p:nvPr>
            <p:ph type="body" sz="quarter" idx="23"/>
          </p:nvPr>
        </p:nvSpPr>
        <p:spPr>
          <a:xfrm>
            <a:off x="9631363" y="4124600"/>
            <a:ext cx="2052637" cy="169200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739265015"/>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3" y="2644775"/>
            <a:ext cx="3199217" cy="31680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
        <p:nvSpPr>
          <p:cNvPr id="7" name="Content Placeholder 2">
            <a:extLst>
              <a:ext uri="{FF2B5EF4-FFF2-40B4-BE49-F238E27FC236}">
                <a16:creationId xmlns:a16="http://schemas.microsoft.com/office/drawing/2014/main" id="{25D492EE-12A8-CE9A-393F-AB1931A7FB00}"/>
              </a:ext>
            </a:extLst>
          </p:cNvPr>
          <p:cNvSpPr>
            <a:spLocks noGrp="1"/>
          </p:cNvSpPr>
          <p:nvPr>
            <p:ph idx="14"/>
          </p:nvPr>
        </p:nvSpPr>
        <p:spPr>
          <a:xfrm>
            <a:off x="3933421" y="2648600"/>
            <a:ext cx="3199217" cy="31680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Content Placeholder 2">
            <a:extLst>
              <a:ext uri="{FF2B5EF4-FFF2-40B4-BE49-F238E27FC236}">
                <a16:creationId xmlns:a16="http://schemas.microsoft.com/office/drawing/2014/main" id="{ABBE926A-F221-DD15-5B78-91E532DEBC4E}"/>
              </a:ext>
            </a:extLst>
          </p:cNvPr>
          <p:cNvSpPr>
            <a:spLocks noGrp="1"/>
          </p:cNvSpPr>
          <p:nvPr>
            <p:ph idx="15"/>
          </p:nvPr>
        </p:nvSpPr>
        <p:spPr>
          <a:xfrm>
            <a:off x="7357658" y="2644775"/>
            <a:ext cx="3199217" cy="31680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98983938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3 column with Icons">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FCB8CE09-CA39-F29E-08F3-9837520794EF}"/>
              </a:ext>
            </a:extLst>
          </p:cNvPr>
          <p:cNvSpPr>
            <a:spLocks noGrp="1"/>
          </p:cNvSpPr>
          <p:nvPr>
            <p:ph type="pic" sz="quarter" idx="21"/>
          </p:nvPr>
        </p:nvSpPr>
        <p:spPr>
          <a:xfrm>
            <a:off x="509693" y="2159000"/>
            <a:ext cx="833438" cy="836612"/>
          </a:xfrm>
        </p:spPr>
        <p:txBody>
          <a:bodyPr/>
          <a:lstStyle>
            <a:lvl1pPr>
              <a:defRPr sz="1000"/>
            </a:lvl1pPr>
          </a:lstStyle>
          <a:p>
            <a:r>
              <a:rPr lang="en-US" dirty="0"/>
              <a:t>Click icon to add picture</a:t>
            </a:r>
          </a:p>
        </p:txBody>
      </p:sp>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3" y="3428999"/>
            <a:ext cx="3199217" cy="2383775"/>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
        <p:nvSpPr>
          <p:cNvPr id="7" name="Content Placeholder 2">
            <a:extLst>
              <a:ext uri="{FF2B5EF4-FFF2-40B4-BE49-F238E27FC236}">
                <a16:creationId xmlns:a16="http://schemas.microsoft.com/office/drawing/2014/main" id="{25D492EE-12A8-CE9A-393F-AB1931A7FB00}"/>
              </a:ext>
            </a:extLst>
          </p:cNvPr>
          <p:cNvSpPr>
            <a:spLocks noGrp="1"/>
          </p:cNvSpPr>
          <p:nvPr>
            <p:ph idx="14"/>
          </p:nvPr>
        </p:nvSpPr>
        <p:spPr>
          <a:xfrm>
            <a:off x="3933421" y="3432824"/>
            <a:ext cx="3199217" cy="2383775"/>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Content Placeholder 2">
            <a:extLst>
              <a:ext uri="{FF2B5EF4-FFF2-40B4-BE49-F238E27FC236}">
                <a16:creationId xmlns:a16="http://schemas.microsoft.com/office/drawing/2014/main" id="{ABBE926A-F221-DD15-5B78-91E532DEBC4E}"/>
              </a:ext>
            </a:extLst>
          </p:cNvPr>
          <p:cNvSpPr>
            <a:spLocks noGrp="1"/>
          </p:cNvSpPr>
          <p:nvPr>
            <p:ph idx="15"/>
          </p:nvPr>
        </p:nvSpPr>
        <p:spPr>
          <a:xfrm>
            <a:off x="7357658" y="3428999"/>
            <a:ext cx="3199217" cy="2383775"/>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4" name="Picture Placeholder 8">
            <a:extLst>
              <a:ext uri="{FF2B5EF4-FFF2-40B4-BE49-F238E27FC236}">
                <a16:creationId xmlns:a16="http://schemas.microsoft.com/office/drawing/2014/main" id="{E6DD9B93-1165-785D-5843-7D2FF55B52CF}"/>
              </a:ext>
            </a:extLst>
          </p:cNvPr>
          <p:cNvSpPr>
            <a:spLocks noGrp="1"/>
          </p:cNvSpPr>
          <p:nvPr>
            <p:ph type="pic" sz="quarter" idx="22"/>
          </p:nvPr>
        </p:nvSpPr>
        <p:spPr>
          <a:xfrm>
            <a:off x="3933084" y="2159000"/>
            <a:ext cx="833438" cy="836612"/>
          </a:xfrm>
        </p:spPr>
        <p:txBody>
          <a:bodyPr/>
          <a:lstStyle>
            <a:lvl1pPr>
              <a:defRPr sz="1000"/>
            </a:lvl1pPr>
          </a:lstStyle>
          <a:p>
            <a:r>
              <a:rPr lang="en-US" dirty="0"/>
              <a:t>Click icon to add picture</a:t>
            </a:r>
          </a:p>
        </p:txBody>
      </p:sp>
      <p:sp>
        <p:nvSpPr>
          <p:cNvPr id="15" name="Picture Placeholder 8">
            <a:extLst>
              <a:ext uri="{FF2B5EF4-FFF2-40B4-BE49-F238E27FC236}">
                <a16:creationId xmlns:a16="http://schemas.microsoft.com/office/drawing/2014/main" id="{550BB612-456E-DFC3-D9CC-C08667214C85}"/>
              </a:ext>
            </a:extLst>
          </p:cNvPr>
          <p:cNvSpPr>
            <a:spLocks noGrp="1"/>
          </p:cNvSpPr>
          <p:nvPr>
            <p:ph type="pic" sz="quarter" idx="23"/>
          </p:nvPr>
        </p:nvSpPr>
        <p:spPr>
          <a:xfrm>
            <a:off x="7356475" y="2153920"/>
            <a:ext cx="833438" cy="836612"/>
          </a:xfrm>
        </p:spPr>
        <p:txBody>
          <a:bodyPr/>
          <a:lstStyle>
            <a:lvl1pPr>
              <a:defRPr sz="1000"/>
            </a:lvl1pPr>
          </a:lstStyle>
          <a:p>
            <a:r>
              <a:rPr lang="en-US" dirty="0"/>
              <a:t>Click icon to add picture</a:t>
            </a:r>
          </a:p>
        </p:txBody>
      </p:sp>
    </p:spTree>
    <p:extLst>
      <p:ext uri="{BB962C8B-B14F-4D97-AF65-F5344CB8AC3E}">
        <p14:creationId xmlns:p14="http://schemas.microsoft.com/office/powerpoint/2010/main" val="96096887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3 column w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2" y="2644775"/>
            <a:ext cx="3567600" cy="3168000"/>
          </a:xfrm>
        </p:spPr>
        <p:txBody>
          <a:bodyPr/>
          <a:lstStyle>
            <a:lvl1pPr>
              <a:defRPr sz="2400"/>
            </a:lvl1pPr>
            <a:lvl2pPr>
              <a:defRPr sz="2400"/>
            </a:lvl2pPr>
            <a:lvl3pPr>
              <a:defRPr sz="2400"/>
            </a:lvl3pPr>
            <a:lvl4pPr>
              <a:defRPr sz="2400"/>
            </a:lvl4pPr>
            <a:lvl5pPr>
              <a:defRPr sz="2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
        <p:nvSpPr>
          <p:cNvPr id="7" name="Content Placeholder 2">
            <a:extLst>
              <a:ext uri="{FF2B5EF4-FFF2-40B4-BE49-F238E27FC236}">
                <a16:creationId xmlns:a16="http://schemas.microsoft.com/office/drawing/2014/main" id="{25D492EE-12A8-CE9A-393F-AB1931A7FB00}"/>
              </a:ext>
            </a:extLst>
          </p:cNvPr>
          <p:cNvSpPr>
            <a:spLocks noGrp="1"/>
          </p:cNvSpPr>
          <p:nvPr>
            <p:ph idx="14"/>
          </p:nvPr>
        </p:nvSpPr>
        <p:spPr>
          <a:xfrm>
            <a:off x="4310596" y="2648600"/>
            <a:ext cx="3567600" cy="31680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Content Placeholder 2">
            <a:extLst>
              <a:ext uri="{FF2B5EF4-FFF2-40B4-BE49-F238E27FC236}">
                <a16:creationId xmlns:a16="http://schemas.microsoft.com/office/drawing/2014/main" id="{ABBE926A-F221-DD15-5B78-91E532DEBC4E}"/>
              </a:ext>
            </a:extLst>
          </p:cNvPr>
          <p:cNvSpPr>
            <a:spLocks noGrp="1"/>
          </p:cNvSpPr>
          <p:nvPr>
            <p:ph idx="15"/>
          </p:nvPr>
        </p:nvSpPr>
        <p:spPr>
          <a:xfrm>
            <a:off x="8115218" y="2644775"/>
            <a:ext cx="3567600" cy="31680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59591370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4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2" y="2644775"/>
            <a:ext cx="2057806" cy="31680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
        <p:nvSpPr>
          <p:cNvPr id="7" name="Content Placeholder 2">
            <a:extLst>
              <a:ext uri="{FF2B5EF4-FFF2-40B4-BE49-F238E27FC236}">
                <a16:creationId xmlns:a16="http://schemas.microsoft.com/office/drawing/2014/main" id="{25D492EE-12A8-CE9A-393F-AB1931A7FB00}"/>
              </a:ext>
            </a:extLst>
          </p:cNvPr>
          <p:cNvSpPr>
            <a:spLocks noGrp="1"/>
          </p:cNvSpPr>
          <p:nvPr>
            <p:ph idx="14"/>
          </p:nvPr>
        </p:nvSpPr>
        <p:spPr>
          <a:xfrm>
            <a:off x="2782888" y="2648600"/>
            <a:ext cx="2057806" cy="31680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Content Placeholder 2">
            <a:extLst>
              <a:ext uri="{FF2B5EF4-FFF2-40B4-BE49-F238E27FC236}">
                <a16:creationId xmlns:a16="http://schemas.microsoft.com/office/drawing/2014/main" id="{ABBE926A-F221-DD15-5B78-91E532DEBC4E}"/>
              </a:ext>
            </a:extLst>
          </p:cNvPr>
          <p:cNvSpPr>
            <a:spLocks noGrp="1"/>
          </p:cNvSpPr>
          <p:nvPr>
            <p:ph idx="15"/>
          </p:nvPr>
        </p:nvSpPr>
        <p:spPr>
          <a:xfrm>
            <a:off x="5065714" y="2644775"/>
            <a:ext cx="2066924" cy="31680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2">
            <a:extLst>
              <a:ext uri="{FF2B5EF4-FFF2-40B4-BE49-F238E27FC236}">
                <a16:creationId xmlns:a16="http://schemas.microsoft.com/office/drawing/2014/main" id="{7B9AA64A-989D-9C63-C0A5-1DCD0253166D}"/>
              </a:ext>
            </a:extLst>
          </p:cNvPr>
          <p:cNvSpPr>
            <a:spLocks noGrp="1"/>
          </p:cNvSpPr>
          <p:nvPr>
            <p:ph idx="16"/>
          </p:nvPr>
        </p:nvSpPr>
        <p:spPr>
          <a:xfrm>
            <a:off x="7357658" y="2648600"/>
            <a:ext cx="2057806" cy="31680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108370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4 column with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2" y="3425175"/>
            <a:ext cx="2057806" cy="23876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
        <p:nvSpPr>
          <p:cNvPr id="7" name="Content Placeholder 2">
            <a:extLst>
              <a:ext uri="{FF2B5EF4-FFF2-40B4-BE49-F238E27FC236}">
                <a16:creationId xmlns:a16="http://schemas.microsoft.com/office/drawing/2014/main" id="{25D492EE-12A8-CE9A-393F-AB1931A7FB00}"/>
              </a:ext>
            </a:extLst>
          </p:cNvPr>
          <p:cNvSpPr>
            <a:spLocks noGrp="1"/>
          </p:cNvSpPr>
          <p:nvPr>
            <p:ph idx="14"/>
          </p:nvPr>
        </p:nvSpPr>
        <p:spPr>
          <a:xfrm>
            <a:off x="2782888" y="3429000"/>
            <a:ext cx="2057806" cy="23876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Content Placeholder 2">
            <a:extLst>
              <a:ext uri="{FF2B5EF4-FFF2-40B4-BE49-F238E27FC236}">
                <a16:creationId xmlns:a16="http://schemas.microsoft.com/office/drawing/2014/main" id="{ABBE926A-F221-DD15-5B78-91E532DEBC4E}"/>
              </a:ext>
            </a:extLst>
          </p:cNvPr>
          <p:cNvSpPr>
            <a:spLocks noGrp="1"/>
          </p:cNvSpPr>
          <p:nvPr>
            <p:ph idx="15"/>
          </p:nvPr>
        </p:nvSpPr>
        <p:spPr>
          <a:xfrm>
            <a:off x="5065714" y="3425175"/>
            <a:ext cx="2066924" cy="23876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2">
            <a:extLst>
              <a:ext uri="{FF2B5EF4-FFF2-40B4-BE49-F238E27FC236}">
                <a16:creationId xmlns:a16="http://schemas.microsoft.com/office/drawing/2014/main" id="{7B9AA64A-989D-9C63-C0A5-1DCD0253166D}"/>
              </a:ext>
            </a:extLst>
          </p:cNvPr>
          <p:cNvSpPr>
            <a:spLocks noGrp="1"/>
          </p:cNvSpPr>
          <p:nvPr>
            <p:ph idx="16"/>
          </p:nvPr>
        </p:nvSpPr>
        <p:spPr>
          <a:xfrm>
            <a:off x="7357658" y="3429000"/>
            <a:ext cx="2057806" cy="23876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5" name="Picture Placeholder 8">
            <a:extLst>
              <a:ext uri="{FF2B5EF4-FFF2-40B4-BE49-F238E27FC236}">
                <a16:creationId xmlns:a16="http://schemas.microsoft.com/office/drawing/2014/main" id="{A4B9B25B-35E6-C390-01F4-608A15F64101}"/>
              </a:ext>
            </a:extLst>
          </p:cNvPr>
          <p:cNvSpPr>
            <a:spLocks noGrp="1"/>
          </p:cNvSpPr>
          <p:nvPr>
            <p:ph type="pic" sz="quarter" idx="22"/>
          </p:nvPr>
        </p:nvSpPr>
        <p:spPr>
          <a:xfrm>
            <a:off x="5065713" y="2159000"/>
            <a:ext cx="833438" cy="836612"/>
          </a:xfrm>
        </p:spPr>
        <p:txBody>
          <a:bodyPr/>
          <a:lstStyle>
            <a:lvl1pPr>
              <a:defRPr sz="1000"/>
            </a:lvl1pPr>
          </a:lstStyle>
          <a:p>
            <a:r>
              <a:rPr lang="en-US" dirty="0"/>
              <a:t>Click icon to add picture</a:t>
            </a:r>
          </a:p>
        </p:txBody>
      </p:sp>
      <p:sp>
        <p:nvSpPr>
          <p:cNvPr id="16" name="Picture Placeholder 8">
            <a:extLst>
              <a:ext uri="{FF2B5EF4-FFF2-40B4-BE49-F238E27FC236}">
                <a16:creationId xmlns:a16="http://schemas.microsoft.com/office/drawing/2014/main" id="{D30940AF-D8F9-9007-0DC9-F02A1C1E5BD5}"/>
              </a:ext>
            </a:extLst>
          </p:cNvPr>
          <p:cNvSpPr>
            <a:spLocks noGrp="1"/>
          </p:cNvSpPr>
          <p:nvPr>
            <p:ph type="pic" sz="quarter" idx="23"/>
          </p:nvPr>
        </p:nvSpPr>
        <p:spPr>
          <a:xfrm>
            <a:off x="7348538" y="2159000"/>
            <a:ext cx="833438" cy="836612"/>
          </a:xfrm>
        </p:spPr>
        <p:txBody>
          <a:bodyPr/>
          <a:lstStyle>
            <a:lvl1pPr>
              <a:defRPr sz="1000"/>
            </a:lvl1pPr>
          </a:lstStyle>
          <a:p>
            <a:r>
              <a:rPr lang="en-US" dirty="0"/>
              <a:t>Click icon to add picture</a:t>
            </a:r>
          </a:p>
        </p:txBody>
      </p:sp>
      <p:sp>
        <p:nvSpPr>
          <p:cNvPr id="17" name="Picture Placeholder 8">
            <a:extLst>
              <a:ext uri="{FF2B5EF4-FFF2-40B4-BE49-F238E27FC236}">
                <a16:creationId xmlns:a16="http://schemas.microsoft.com/office/drawing/2014/main" id="{BFF8DF95-A658-595E-9F70-E6A256400BFC}"/>
              </a:ext>
            </a:extLst>
          </p:cNvPr>
          <p:cNvSpPr>
            <a:spLocks noGrp="1"/>
          </p:cNvSpPr>
          <p:nvPr>
            <p:ph type="pic" sz="quarter" idx="24"/>
          </p:nvPr>
        </p:nvSpPr>
        <p:spPr>
          <a:xfrm>
            <a:off x="2782888" y="2159000"/>
            <a:ext cx="833438" cy="836612"/>
          </a:xfrm>
        </p:spPr>
        <p:txBody>
          <a:bodyPr/>
          <a:lstStyle>
            <a:lvl1pPr>
              <a:defRPr sz="1000"/>
            </a:lvl1pPr>
          </a:lstStyle>
          <a:p>
            <a:r>
              <a:rPr lang="en-US" dirty="0"/>
              <a:t>Click icon to add picture</a:t>
            </a:r>
          </a:p>
        </p:txBody>
      </p:sp>
      <p:sp>
        <p:nvSpPr>
          <p:cNvPr id="18" name="Picture Placeholder 8">
            <a:extLst>
              <a:ext uri="{FF2B5EF4-FFF2-40B4-BE49-F238E27FC236}">
                <a16:creationId xmlns:a16="http://schemas.microsoft.com/office/drawing/2014/main" id="{3A877722-E381-51F2-38B7-168A5E8F25BB}"/>
              </a:ext>
            </a:extLst>
          </p:cNvPr>
          <p:cNvSpPr>
            <a:spLocks noGrp="1"/>
          </p:cNvSpPr>
          <p:nvPr>
            <p:ph type="pic" sz="quarter" idx="25"/>
          </p:nvPr>
        </p:nvSpPr>
        <p:spPr>
          <a:xfrm>
            <a:off x="501650" y="2159000"/>
            <a:ext cx="833438" cy="836612"/>
          </a:xfrm>
        </p:spPr>
        <p:txBody>
          <a:bodyPr/>
          <a:lstStyle>
            <a:lvl1pPr>
              <a:defRPr sz="1000"/>
            </a:lvl1pPr>
          </a:lstStyle>
          <a:p>
            <a:r>
              <a:rPr lang="en-US" dirty="0"/>
              <a:t>Click icon to add picture</a:t>
            </a:r>
          </a:p>
        </p:txBody>
      </p:sp>
    </p:spTree>
    <p:extLst>
      <p:ext uri="{BB962C8B-B14F-4D97-AF65-F5344CB8AC3E}">
        <p14:creationId xmlns:p14="http://schemas.microsoft.com/office/powerpoint/2010/main" val="30941910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and text - Pictur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17009AF-5032-E915-B053-AC45F83E1C88}"/>
              </a:ext>
            </a:extLst>
          </p:cNvPr>
          <p:cNvSpPr>
            <a:spLocks noGrp="1" noChangeAspect="1"/>
          </p:cNvSpPr>
          <p:nvPr>
            <p:ph type="pic" sz="quarter" idx="14"/>
          </p:nvPr>
        </p:nvSpPr>
        <p:spPr>
          <a:xfrm>
            <a:off x="6172200" y="0"/>
            <a:ext cx="6024118" cy="6858000"/>
          </a:xfrm>
          <a:custGeom>
            <a:avLst/>
            <a:gdLst>
              <a:gd name="connsiteX0" fmla="*/ 974217 w 6024118"/>
              <a:gd name="connsiteY0" fmla="*/ 0 h 6858000"/>
              <a:gd name="connsiteX1" fmla="*/ 6024118 w 6024118"/>
              <a:gd name="connsiteY1" fmla="*/ 0 h 6858000"/>
              <a:gd name="connsiteX2" fmla="*/ 6024118 w 6024118"/>
              <a:gd name="connsiteY2" fmla="*/ 6858000 h 6858000"/>
              <a:gd name="connsiteX3" fmla="*/ 974217 w 6024118"/>
              <a:gd name="connsiteY3" fmla="*/ 6858000 h 6858000"/>
              <a:gd name="connsiteX4" fmla="*/ 0 w 6024118"/>
              <a:gd name="connsiteY4" fmla="*/ 3429000 h 6858000"/>
              <a:gd name="connsiteX5" fmla="*/ 974217 w 602411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24118" h="6858000">
                <a:moveTo>
                  <a:pt x="974217" y="0"/>
                </a:moveTo>
                <a:lnTo>
                  <a:pt x="6024118" y="0"/>
                </a:lnTo>
                <a:lnTo>
                  <a:pt x="6024118" y="6858000"/>
                </a:lnTo>
                <a:lnTo>
                  <a:pt x="974217" y="6858000"/>
                </a:lnTo>
                <a:cubicBezTo>
                  <a:pt x="356616" y="5861939"/>
                  <a:pt x="0" y="4687189"/>
                  <a:pt x="0" y="3429000"/>
                </a:cubicBezTo>
                <a:cubicBezTo>
                  <a:pt x="0" y="2170811"/>
                  <a:pt x="356616" y="996061"/>
                  <a:pt x="974217"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5489574"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1" y="2644775"/>
            <a:ext cx="4340631" cy="31680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5489575" cy="360000"/>
          </a:xfrm>
        </p:spPr>
        <p:txBody>
          <a:bodyPr/>
          <a:lstStyle>
            <a:lvl1pPr>
              <a:defRPr sz="2000"/>
            </a:lvl1pPr>
          </a:lstStyle>
          <a:p>
            <a:pPr lvl="0"/>
            <a:r>
              <a:rPr lang="en-US" dirty="0"/>
              <a:t>Click to edit Master text styles</a:t>
            </a:r>
          </a:p>
        </p:txBody>
      </p:sp>
      <p:sp>
        <p:nvSpPr>
          <p:cNvPr id="19" name="Text Placeholder 10">
            <a:extLst>
              <a:ext uri="{FF2B5EF4-FFF2-40B4-BE49-F238E27FC236}">
                <a16:creationId xmlns:a16="http://schemas.microsoft.com/office/drawing/2014/main" id="{06C0A8D3-2A8E-7096-E2E2-B6E0D0E2F232}"/>
              </a:ext>
            </a:extLst>
          </p:cNvPr>
          <p:cNvSpPr>
            <a:spLocks noGrp="1" noChangeAspect="1"/>
          </p:cNvSpPr>
          <p:nvPr>
            <p:ph type="body" sz="quarter" idx="16" hasCustomPrompt="1"/>
          </p:nvPr>
        </p:nvSpPr>
        <p:spPr>
          <a:xfrm>
            <a:off x="11152800" y="5957189"/>
            <a:ext cx="540000" cy="540000"/>
          </a:xfrm>
          <a:blipFill>
            <a:blip r:embed="rId2"/>
            <a:stretch>
              <a:fillRect/>
            </a:stretch>
          </a:blipFill>
        </p:spPr>
        <p:txBody>
          <a:bodyPr/>
          <a:lstStyle>
            <a:lvl1pPr>
              <a:defRPr/>
            </a:lvl1pPr>
          </a:lstStyle>
          <a:p>
            <a:pPr lvl="0"/>
            <a:r>
              <a:rPr lang="en-GB" dirty="0"/>
              <a:t> </a:t>
            </a:r>
          </a:p>
        </p:txBody>
      </p:sp>
    </p:spTree>
    <p:extLst>
      <p:ext uri="{BB962C8B-B14F-4D97-AF65-F5344CB8AC3E}">
        <p14:creationId xmlns:p14="http://schemas.microsoft.com/office/powerpoint/2010/main" val="284959985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text - 3 Pictures">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3953CB06-E44E-334E-0D4A-61E32DF39393}"/>
              </a:ext>
            </a:extLst>
          </p:cNvPr>
          <p:cNvSpPr>
            <a:spLocks noGrp="1" noChangeAspect="1"/>
          </p:cNvSpPr>
          <p:nvPr>
            <p:ph type="pic" sz="quarter" idx="19"/>
          </p:nvPr>
        </p:nvSpPr>
        <p:spPr>
          <a:xfrm>
            <a:off x="7380000" y="828001"/>
            <a:ext cx="4590351" cy="4608001"/>
          </a:xfrm>
          <a:custGeom>
            <a:avLst/>
            <a:gdLst>
              <a:gd name="connsiteX0" fmla="*/ 2594013 w 4590351"/>
              <a:gd name="connsiteY0" fmla="*/ 0 h 4608001"/>
              <a:gd name="connsiteX1" fmla="*/ 4590351 w 4590351"/>
              <a:gd name="connsiteY1" fmla="*/ 2008438 h 4608001"/>
              <a:gd name="connsiteX2" fmla="*/ 1996106 w 4590351"/>
              <a:gd name="connsiteY2" fmla="*/ 4608001 h 4608001"/>
              <a:gd name="connsiteX3" fmla="*/ 0 w 4590351"/>
              <a:gd name="connsiteY3" fmla="*/ 2599563 h 4608001"/>
              <a:gd name="connsiteX4" fmla="*/ 2594013 w 4590351"/>
              <a:gd name="connsiteY4" fmla="*/ 0 h 460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0351" h="4608001">
                <a:moveTo>
                  <a:pt x="2594013" y="0"/>
                </a:moveTo>
                <a:cubicBezTo>
                  <a:pt x="3441549" y="0"/>
                  <a:pt x="4590351" y="593591"/>
                  <a:pt x="4590351" y="2008438"/>
                </a:cubicBezTo>
                <a:cubicBezTo>
                  <a:pt x="4590351" y="3423285"/>
                  <a:pt x="3341590" y="4608001"/>
                  <a:pt x="1996106" y="4608001"/>
                </a:cubicBezTo>
                <a:cubicBezTo>
                  <a:pt x="1148570" y="4608001"/>
                  <a:pt x="0" y="4014409"/>
                  <a:pt x="0" y="2599563"/>
                </a:cubicBezTo>
                <a:cubicBezTo>
                  <a:pt x="0" y="1184716"/>
                  <a:pt x="1248530" y="0"/>
                  <a:pt x="2594013"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15" name="Picture Placeholder 14">
            <a:extLst>
              <a:ext uri="{FF2B5EF4-FFF2-40B4-BE49-F238E27FC236}">
                <a16:creationId xmlns:a16="http://schemas.microsoft.com/office/drawing/2014/main" id="{F16C0531-CC01-EB09-F2FE-B83411686A7B}"/>
              </a:ext>
            </a:extLst>
          </p:cNvPr>
          <p:cNvSpPr>
            <a:spLocks noGrp="1" noChangeAspect="1"/>
          </p:cNvSpPr>
          <p:nvPr>
            <p:ph type="pic" sz="quarter" idx="17"/>
          </p:nvPr>
        </p:nvSpPr>
        <p:spPr>
          <a:xfrm>
            <a:off x="5544000" y="431204"/>
            <a:ext cx="2868970" cy="2880001"/>
          </a:xfrm>
          <a:custGeom>
            <a:avLst/>
            <a:gdLst>
              <a:gd name="connsiteX0" fmla="*/ 1247712 w 2868970"/>
              <a:gd name="connsiteY0" fmla="*/ 0 h 2880001"/>
              <a:gd name="connsiteX1" fmla="*/ 2868970 w 2868970"/>
              <a:gd name="connsiteY1" fmla="*/ 1624727 h 2880001"/>
              <a:gd name="connsiteX2" fmla="*/ 1621403 w 2868970"/>
              <a:gd name="connsiteY2" fmla="*/ 2880001 h 2880001"/>
              <a:gd name="connsiteX3" fmla="*/ 0 w 2868970"/>
              <a:gd name="connsiteY3" fmla="*/ 1255274 h 2880001"/>
              <a:gd name="connsiteX4" fmla="*/ 1247712 w 2868970"/>
              <a:gd name="connsiteY4" fmla="*/ 0 h 288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8970" h="2880001">
                <a:moveTo>
                  <a:pt x="1247712" y="0"/>
                </a:moveTo>
                <a:cubicBezTo>
                  <a:pt x="2088639" y="0"/>
                  <a:pt x="2868970" y="740448"/>
                  <a:pt x="2868970" y="1624727"/>
                </a:cubicBezTo>
                <a:cubicBezTo>
                  <a:pt x="2868970" y="2509006"/>
                  <a:pt x="2151114" y="2880001"/>
                  <a:pt x="1621403" y="2880001"/>
                </a:cubicBezTo>
                <a:cubicBezTo>
                  <a:pt x="780476" y="2880001"/>
                  <a:pt x="0" y="2139553"/>
                  <a:pt x="0" y="1255274"/>
                </a:cubicBezTo>
                <a:cubicBezTo>
                  <a:pt x="0" y="370994"/>
                  <a:pt x="718002" y="0"/>
                  <a:pt x="1247712"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4561713"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1" y="2644775"/>
            <a:ext cx="4340631" cy="31680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4564063" cy="360000"/>
          </a:xfrm>
        </p:spPr>
        <p:txBody>
          <a:bodyPr/>
          <a:lstStyle>
            <a:lvl1pPr>
              <a:defRPr sz="2000"/>
            </a:lvl1pPr>
          </a:lstStyle>
          <a:p>
            <a:pPr lvl="0"/>
            <a:r>
              <a:rPr lang="en-US" dirty="0"/>
              <a:t>Click to edit Master text styles</a:t>
            </a:r>
          </a:p>
        </p:txBody>
      </p:sp>
      <p:sp>
        <p:nvSpPr>
          <p:cNvPr id="17" name="Picture Placeholder 16">
            <a:extLst>
              <a:ext uri="{FF2B5EF4-FFF2-40B4-BE49-F238E27FC236}">
                <a16:creationId xmlns:a16="http://schemas.microsoft.com/office/drawing/2014/main" id="{890A8D07-5016-1046-1460-4699FCC4102D}"/>
              </a:ext>
            </a:extLst>
          </p:cNvPr>
          <p:cNvSpPr>
            <a:spLocks noGrp="1" noChangeAspect="1"/>
          </p:cNvSpPr>
          <p:nvPr>
            <p:ph type="pic" sz="quarter" idx="18"/>
          </p:nvPr>
        </p:nvSpPr>
        <p:spPr>
          <a:xfrm>
            <a:off x="5472000" y="4032000"/>
            <a:ext cx="2223451" cy="2232000"/>
          </a:xfrm>
          <a:custGeom>
            <a:avLst/>
            <a:gdLst>
              <a:gd name="connsiteX0" fmla="*/ 1247712 w 2868970"/>
              <a:gd name="connsiteY0" fmla="*/ 0 h 2880001"/>
              <a:gd name="connsiteX1" fmla="*/ 2868970 w 2868970"/>
              <a:gd name="connsiteY1" fmla="*/ 1624727 h 2880001"/>
              <a:gd name="connsiteX2" fmla="*/ 1621403 w 2868970"/>
              <a:gd name="connsiteY2" fmla="*/ 2880001 h 2880001"/>
              <a:gd name="connsiteX3" fmla="*/ 0 w 2868970"/>
              <a:gd name="connsiteY3" fmla="*/ 1255274 h 2880001"/>
              <a:gd name="connsiteX4" fmla="*/ 1247712 w 2868970"/>
              <a:gd name="connsiteY4" fmla="*/ 0 h 288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8970" h="2880001">
                <a:moveTo>
                  <a:pt x="1247712" y="0"/>
                </a:moveTo>
                <a:cubicBezTo>
                  <a:pt x="2088639" y="0"/>
                  <a:pt x="2868970" y="740448"/>
                  <a:pt x="2868970" y="1624727"/>
                </a:cubicBezTo>
                <a:cubicBezTo>
                  <a:pt x="2868970" y="2509006"/>
                  <a:pt x="2151114" y="2880001"/>
                  <a:pt x="1621403" y="2880001"/>
                </a:cubicBezTo>
                <a:cubicBezTo>
                  <a:pt x="780476" y="2880001"/>
                  <a:pt x="0" y="2139553"/>
                  <a:pt x="0" y="1255274"/>
                </a:cubicBezTo>
                <a:cubicBezTo>
                  <a:pt x="0" y="370994"/>
                  <a:pt x="718002" y="0"/>
                  <a:pt x="1247712"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3176924281"/>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text - 4 Pictures">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97028889-6E88-22D3-6D59-9FB806BBD2D9}"/>
              </a:ext>
            </a:extLst>
          </p:cNvPr>
          <p:cNvSpPr>
            <a:spLocks noGrp="1" noChangeAspect="1"/>
          </p:cNvSpPr>
          <p:nvPr>
            <p:ph type="pic" sz="quarter" idx="14"/>
          </p:nvPr>
        </p:nvSpPr>
        <p:spPr>
          <a:xfrm>
            <a:off x="6200778" y="720001"/>
            <a:ext cx="2664001" cy="2328734"/>
          </a:xfrm>
          <a:custGeom>
            <a:avLst/>
            <a:gdLst>
              <a:gd name="connsiteX0" fmla="*/ 361950 w 2664001"/>
              <a:gd name="connsiteY0" fmla="*/ 0 h 2328734"/>
              <a:gd name="connsiteX1" fmla="*/ 2302051 w 2664001"/>
              <a:gd name="connsiteY1" fmla="*/ 0 h 2328734"/>
              <a:gd name="connsiteX2" fmla="*/ 2664001 w 2664001"/>
              <a:gd name="connsiteY2" fmla="*/ 361950 h 2328734"/>
              <a:gd name="connsiteX3" fmla="*/ 2664001 w 2664001"/>
              <a:gd name="connsiteY3" fmla="*/ 1966785 h 2328734"/>
              <a:gd name="connsiteX4" fmla="*/ 2302051 w 2664001"/>
              <a:gd name="connsiteY4" fmla="*/ 2328734 h 2328734"/>
              <a:gd name="connsiteX5" fmla="*/ 361950 w 2664001"/>
              <a:gd name="connsiteY5" fmla="*/ 2328734 h 2328734"/>
              <a:gd name="connsiteX6" fmla="*/ 0 w 2664001"/>
              <a:gd name="connsiteY6" fmla="*/ 1966785 h 2328734"/>
              <a:gd name="connsiteX7" fmla="*/ 0 w 2664001"/>
              <a:gd name="connsiteY7" fmla="*/ 361950 h 2328734"/>
              <a:gd name="connsiteX8" fmla="*/ 361950 w 2664001"/>
              <a:gd name="connsiteY8" fmla="*/ 0 h 232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4001" h="2328734">
                <a:moveTo>
                  <a:pt x="361950" y="0"/>
                </a:moveTo>
                <a:lnTo>
                  <a:pt x="2302051" y="0"/>
                </a:lnTo>
                <a:cubicBezTo>
                  <a:pt x="2501857" y="0"/>
                  <a:pt x="2664001" y="162144"/>
                  <a:pt x="2664001" y="361950"/>
                </a:cubicBezTo>
                <a:lnTo>
                  <a:pt x="2664001" y="1966785"/>
                </a:lnTo>
                <a:cubicBezTo>
                  <a:pt x="2664001" y="2166463"/>
                  <a:pt x="2501857" y="2328734"/>
                  <a:pt x="2302051" y="2328734"/>
                </a:cubicBezTo>
                <a:lnTo>
                  <a:pt x="361950" y="2328734"/>
                </a:lnTo>
                <a:cubicBezTo>
                  <a:pt x="162271" y="2328734"/>
                  <a:pt x="0" y="2166592"/>
                  <a:pt x="0" y="1966785"/>
                </a:cubicBezTo>
                <a:lnTo>
                  <a:pt x="0" y="361950"/>
                </a:lnTo>
                <a:cubicBezTo>
                  <a:pt x="0" y="162144"/>
                  <a:pt x="162144" y="0"/>
                  <a:pt x="361950"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4561713"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1" y="2644775"/>
            <a:ext cx="4340631" cy="31680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4564063" cy="360000"/>
          </a:xfrm>
        </p:spPr>
        <p:txBody>
          <a:bodyPr/>
          <a:lstStyle>
            <a:lvl1pPr>
              <a:defRPr sz="2000"/>
            </a:lvl1pPr>
          </a:lstStyle>
          <a:p>
            <a:pPr lvl="0"/>
            <a:r>
              <a:rPr lang="en-US" dirty="0"/>
              <a:t>Click to edit Master text styles</a:t>
            </a:r>
          </a:p>
        </p:txBody>
      </p:sp>
      <p:sp>
        <p:nvSpPr>
          <p:cNvPr id="20" name="Picture Placeholder 19">
            <a:extLst>
              <a:ext uri="{FF2B5EF4-FFF2-40B4-BE49-F238E27FC236}">
                <a16:creationId xmlns:a16="http://schemas.microsoft.com/office/drawing/2014/main" id="{222B7547-5E4D-D31F-D08E-179FD35643CA}"/>
              </a:ext>
            </a:extLst>
          </p:cNvPr>
          <p:cNvSpPr>
            <a:spLocks noGrp="1" noChangeAspect="1"/>
          </p:cNvSpPr>
          <p:nvPr>
            <p:ph type="pic" sz="quarter" idx="15"/>
          </p:nvPr>
        </p:nvSpPr>
        <p:spPr>
          <a:xfrm>
            <a:off x="9018818" y="719138"/>
            <a:ext cx="2664001" cy="2328734"/>
          </a:xfrm>
          <a:custGeom>
            <a:avLst/>
            <a:gdLst>
              <a:gd name="connsiteX0" fmla="*/ 361950 w 2664001"/>
              <a:gd name="connsiteY0" fmla="*/ 0 h 2328734"/>
              <a:gd name="connsiteX1" fmla="*/ 2302051 w 2664001"/>
              <a:gd name="connsiteY1" fmla="*/ 0 h 2328734"/>
              <a:gd name="connsiteX2" fmla="*/ 2664001 w 2664001"/>
              <a:gd name="connsiteY2" fmla="*/ 361950 h 2328734"/>
              <a:gd name="connsiteX3" fmla="*/ 2664001 w 2664001"/>
              <a:gd name="connsiteY3" fmla="*/ 1966785 h 2328734"/>
              <a:gd name="connsiteX4" fmla="*/ 2302051 w 2664001"/>
              <a:gd name="connsiteY4" fmla="*/ 2328734 h 2328734"/>
              <a:gd name="connsiteX5" fmla="*/ 361950 w 2664001"/>
              <a:gd name="connsiteY5" fmla="*/ 2328734 h 2328734"/>
              <a:gd name="connsiteX6" fmla="*/ 0 w 2664001"/>
              <a:gd name="connsiteY6" fmla="*/ 1966785 h 2328734"/>
              <a:gd name="connsiteX7" fmla="*/ 0 w 2664001"/>
              <a:gd name="connsiteY7" fmla="*/ 361950 h 2328734"/>
              <a:gd name="connsiteX8" fmla="*/ 361950 w 2664001"/>
              <a:gd name="connsiteY8" fmla="*/ 0 h 232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4001" h="2328734">
                <a:moveTo>
                  <a:pt x="361950" y="0"/>
                </a:moveTo>
                <a:lnTo>
                  <a:pt x="2302051" y="0"/>
                </a:lnTo>
                <a:cubicBezTo>
                  <a:pt x="2501857" y="0"/>
                  <a:pt x="2664001" y="162144"/>
                  <a:pt x="2664001" y="361950"/>
                </a:cubicBezTo>
                <a:lnTo>
                  <a:pt x="2664001" y="1966785"/>
                </a:lnTo>
                <a:cubicBezTo>
                  <a:pt x="2664001" y="2166463"/>
                  <a:pt x="2501857" y="2328734"/>
                  <a:pt x="2302051" y="2328734"/>
                </a:cubicBezTo>
                <a:lnTo>
                  <a:pt x="361950" y="2328734"/>
                </a:lnTo>
                <a:cubicBezTo>
                  <a:pt x="162271" y="2328734"/>
                  <a:pt x="0" y="2166592"/>
                  <a:pt x="0" y="1966785"/>
                </a:cubicBezTo>
                <a:lnTo>
                  <a:pt x="0" y="361950"/>
                </a:lnTo>
                <a:cubicBezTo>
                  <a:pt x="0" y="162144"/>
                  <a:pt x="162144" y="0"/>
                  <a:pt x="361950"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21" name="Picture Placeholder 20">
            <a:extLst>
              <a:ext uri="{FF2B5EF4-FFF2-40B4-BE49-F238E27FC236}">
                <a16:creationId xmlns:a16="http://schemas.microsoft.com/office/drawing/2014/main" id="{329B4671-B293-65EB-995C-DB3CE958D522}"/>
              </a:ext>
            </a:extLst>
          </p:cNvPr>
          <p:cNvSpPr>
            <a:spLocks noGrp="1" noChangeAspect="1"/>
          </p:cNvSpPr>
          <p:nvPr>
            <p:ph type="pic" sz="quarter" idx="16"/>
          </p:nvPr>
        </p:nvSpPr>
        <p:spPr>
          <a:xfrm>
            <a:off x="6207125" y="3204000"/>
            <a:ext cx="2664001" cy="2328734"/>
          </a:xfrm>
          <a:custGeom>
            <a:avLst/>
            <a:gdLst>
              <a:gd name="connsiteX0" fmla="*/ 361950 w 2664001"/>
              <a:gd name="connsiteY0" fmla="*/ 0 h 2328734"/>
              <a:gd name="connsiteX1" fmla="*/ 2302051 w 2664001"/>
              <a:gd name="connsiteY1" fmla="*/ 0 h 2328734"/>
              <a:gd name="connsiteX2" fmla="*/ 2664001 w 2664001"/>
              <a:gd name="connsiteY2" fmla="*/ 361950 h 2328734"/>
              <a:gd name="connsiteX3" fmla="*/ 2664001 w 2664001"/>
              <a:gd name="connsiteY3" fmla="*/ 1966785 h 2328734"/>
              <a:gd name="connsiteX4" fmla="*/ 2302051 w 2664001"/>
              <a:gd name="connsiteY4" fmla="*/ 2328734 h 2328734"/>
              <a:gd name="connsiteX5" fmla="*/ 361950 w 2664001"/>
              <a:gd name="connsiteY5" fmla="*/ 2328734 h 2328734"/>
              <a:gd name="connsiteX6" fmla="*/ 0 w 2664001"/>
              <a:gd name="connsiteY6" fmla="*/ 1966785 h 2328734"/>
              <a:gd name="connsiteX7" fmla="*/ 0 w 2664001"/>
              <a:gd name="connsiteY7" fmla="*/ 361950 h 2328734"/>
              <a:gd name="connsiteX8" fmla="*/ 361950 w 2664001"/>
              <a:gd name="connsiteY8" fmla="*/ 0 h 232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4001" h="2328734">
                <a:moveTo>
                  <a:pt x="361950" y="0"/>
                </a:moveTo>
                <a:lnTo>
                  <a:pt x="2302051" y="0"/>
                </a:lnTo>
                <a:cubicBezTo>
                  <a:pt x="2501857" y="0"/>
                  <a:pt x="2664001" y="162144"/>
                  <a:pt x="2664001" y="361950"/>
                </a:cubicBezTo>
                <a:lnTo>
                  <a:pt x="2664001" y="1966785"/>
                </a:lnTo>
                <a:cubicBezTo>
                  <a:pt x="2664001" y="2166463"/>
                  <a:pt x="2501857" y="2328734"/>
                  <a:pt x="2302051" y="2328734"/>
                </a:cubicBezTo>
                <a:lnTo>
                  <a:pt x="361950" y="2328734"/>
                </a:lnTo>
                <a:cubicBezTo>
                  <a:pt x="162271" y="2328734"/>
                  <a:pt x="0" y="2166592"/>
                  <a:pt x="0" y="1966785"/>
                </a:cubicBezTo>
                <a:lnTo>
                  <a:pt x="0" y="361950"/>
                </a:lnTo>
                <a:cubicBezTo>
                  <a:pt x="0" y="162144"/>
                  <a:pt x="162144" y="0"/>
                  <a:pt x="361950"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22" name="Picture Placeholder 21">
            <a:extLst>
              <a:ext uri="{FF2B5EF4-FFF2-40B4-BE49-F238E27FC236}">
                <a16:creationId xmlns:a16="http://schemas.microsoft.com/office/drawing/2014/main" id="{3A46275A-7392-E94C-EF8A-DD22CBCF44E7}"/>
              </a:ext>
            </a:extLst>
          </p:cNvPr>
          <p:cNvSpPr>
            <a:spLocks noGrp="1" noChangeAspect="1"/>
          </p:cNvSpPr>
          <p:nvPr>
            <p:ph type="pic" sz="quarter" idx="17"/>
          </p:nvPr>
        </p:nvSpPr>
        <p:spPr>
          <a:xfrm>
            <a:off x="9032686" y="3204000"/>
            <a:ext cx="2664001" cy="2328734"/>
          </a:xfrm>
          <a:custGeom>
            <a:avLst/>
            <a:gdLst>
              <a:gd name="connsiteX0" fmla="*/ 361950 w 2664001"/>
              <a:gd name="connsiteY0" fmla="*/ 0 h 2328734"/>
              <a:gd name="connsiteX1" fmla="*/ 2302051 w 2664001"/>
              <a:gd name="connsiteY1" fmla="*/ 0 h 2328734"/>
              <a:gd name="connsiteX2" fmla="*/ 2664001 w 2664001"/>
              <a:gd name="connsiteY2" fmla="*/ 361950 h 2328734"/>
              <a:gd name="connsiteX3" fmla="*/ 2664001 w 2664001"/>
              <a:gd name="connsiteY3" fmla="*/ 1966785 h 2328734"/>
              <a:gd name="connsiteX4" fmla="*/ 2302051 w 2664001"/>
              <a:gd name="connsiteY4" fmla="*/ 2328734 h 2328734"/>
              <a:gd name="connsiteX5" fmla="*/ 361950 w 2664001"/>
              <a:gd name="connsiteY5" fmla="*/ 2328734 h 2328734"/>
              <a:gd name="connsiteX6" fmla="*/ 0 w 2664001"/>
              <a:gd name="connsiteY6" fmla="*/ 1966785 h 2328734"/>
              <a:gd name="connsiteX7" fmla="*/ 0 w 2664001"/>
              <a:gd name="connsiteY7" fmla="*/ 361950 h 2328734"/>
              <a:gd name="connsiteX8" fmla="*/ 361950 w 2664001"/>
              <a:gd name="connsiteY8" fmla="*/ 0 h 232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4001" h="2328734">
                <a:moveTo>
                  <a:pt x="361950" y="0"/>
                </a:moveTo>
                <a:lnTo>
                  <a:pt x="2302051" y="0"/>
                </a:lnTo>
                <a:cubicBezTo>
                  <a:pt x="2501857" y="0"/>
                  <a:pt x="2664001" y="162144"/>
                  <a:pt x="2664001" y="361950"/>
                </a:cubicBezTo>
                <a:lnTo>
                  <a:pt x="2664001" y="1966785"/>
                </a:lnTo>
                <a:cubicBezTo>
                  <a:pt x="2664001" y="2166463"/>
                  <a:pt x="2501857" y="2328734"/>
                  <a:pt x="2302051" y="2328734"/>
                </a:cubicBezTo>
                <a:lnTo>
                  <a:pt x="361950" y="2328734"/>
                </a:lnTo>
                <a:cubicBezTo>
                  <a:pt x="162271" y="2328734"/>
                  <a:pt x="0" y="2166592"/>
                  <a:pt x="0" y="1966785"/>
                </a:cubicBezTo>
                <a:lnTo>
                  <a:pt x="0" y="361950"/>
                </a:lnTo>
                <a:cubicBezTo>
                  <a:pt x="0" y="162144"/>
                  <a:pt x="162144" y="0"/>
                  <a:pt x="361950"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8696725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text - 8 Pictures">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308BB4CA-CC33-CCB9-FBD0-BA72F0A65708}"/>
              </a:ext>
            </a:extLst>
          </p:cNvPr>
          <p:cNvSpPr>
            <a:spLocks noGrp="1" noChangeAspect="1"/>
          </p:cNvSpPr>
          <p:nvPr>
            <p:ph type="pic" sz="quarter" idx="14"/>
          </p:nvPr>
        </p:nvSpPr>
        <p:spPr>
          <a:xfrm>
            <a:off x="5065713" y="2159000"/>
            <a:ext cx="1514072" cy="1584000"/>
          </a:xfrm>
          <a:custGeom>
            <a:avLst/>
            <a:gdLst>
              <a:gd name="connsiteX0" fmla="*/ 265367 w 1142524"/>
              <a:gd name="connsiteY0" fmla="*/ 0 h 1195292"/>
              <a:gd name="connsiteX1" fmla="*/ 877157 w 1142524"/>
              <a:gd name="connsiteY1" fmla="*/ 0 h 1195292"/>
              <a:gd name="connsiteX2" fmla="*/ 1142524 w 1142524"/>
              <a:gd name="connsiteY2" fmla="*/ 265367 h 1195292"/>
              <a:gd name="connsiteX3" fmla="*/ 1142524 w 1142524"/>
              <a:gd name="connsiteY3" fmla="*/ 929926 h 1195292"/>
              <a:gd name="connsiteX4" fmla="*/ 877157 w 1142524"/>
              <a:gd name="connsiteY4" fmla="*/ 1195292 h 1195292"/>
              <a:gd name="connsiteX5" fmla="*/ 265367 w 1142524"/>
              <a:gd name="connsiteY5" fmla="*/ 1195292 h 1195292"/>
              <a:gd name="connsiteX6" fmla="*/ 0 w 1142524"/>
              <a:gd name="connsiteY6" fmla="*/ 929926 h 1195292"/>
              <a:gd name="connsiteX7" fmla="*/ 0 w 1142524"/>
              <a:gd name="connsiteY7" fmla="*/ 265367 h 1195292"/>
              <a:gd name="connsiteX8" fmla="*/ 265367 w 1142524"/>
              <a:gd name="connsiteY8" fmla="*/ 0 h 1195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2524" h="1195292">
                <a:moveTo>
                  <a:pt x="265367" y="0"/>
                </a:moveTo>
                <a:lnTo>
                  <a:pt x="877157" y="0"/>
                </a:lnTo>
                <a:cubicBezTo>
                  <a:pt x="1023652" y="0"/>
                  <a:pt x="1142524" y="118872"/>
                  <a:pt x="1142524" y="265367"/>
                </a:cubicBezTo>
                <a:lnTo>
                  <a:pt x="1142524" y="929926"/>
                </a:lnTo>
                <a:cubicBezTo>
                  <a:pt x="1142524" y="1076420"/>
                  <a:pt x="1023652" y="1195292"/>
                  <a:pt x="877157" y="1195292"/>
                </a:cubicBezTo>
                <a:lnTo>
                  <a:pt x="265367" y="1195292"/>
                </a:lnTo>
                <a:cubicBezTo>
                  <a:pt x="118872" y="1195292"/>
                  <a:pt x="0" y="1076420"/>
                  <a:pt x="0" y="929926"/>
                </a:cubicBezTo>
                <a:lnTo>
                  <a:pt x="0" y="265367"/>
                </a:lnTo>
                <a:cubicBezTo>
                  <a:pt x="0" y="118872"/>
                  <a:pt x="118872" y="0"/>
                  <a:pt x="265367" y="0"/>
                </a:cubicBezTo>
                <a:close/>
              </a:path>
            </a:pathLst>
          </a:custGeom>
          <a:solidFill>
            <a:srgbClr val="EAEAEA"/>
          </a:solidFill>
        </p:spPr>
        <p:txBody>
          <a:bodyPr wrap="square">
            <a:noAutofit/>
          </a:bodyPr>
          <a:lstStyle>
            <a:lvl1pPr algn="ctr">
              <a:defRPr sz="1000"/>
            </a:lvl1pPr>
          </a:lstStyle>
          <a:p>
            <a:r>
              <a:rPr lang="en-US"/>
              <a:t>Click icon to add picture</a:t>
            </a:r>
            <a:endParaRPr lang="en-GB"/>
          </a:p>
        </p:txBody>
      </p:sp>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4561713"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1" y="2644775"/>
            <a:ext cx="4340631" cy="31680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4564063" cy="360000"/>
          </a:xfrm>
        </p:spPr>
        <p:txBody>
          <a:bodyPr/>
          <a:lstStyle>
            <a:lvl1pPr>
              <a:defRPr sz="2000"/>
            </a:lvl1pPr>
          </a:lstStyle>
          <a:p>
            <a:pPr lvl="0"/>
            <a:r>
              <a:rPr lang="en-US" dirty="0"/>
              <a:t>Click to edit Master text styles</a:t>
            </a:r>
          </a:p>
        </p:txBody>
      </p:sp>
      <p:sp>
        <p:nvSpPr>
          <p:cNvPr id="14" name="Picture Placeholder 13">
            <a:extLst>
              <a:ext uri="{FF2B5EF4-FFF2-40B4-BE49-F238E27FC236}">
                <a16:creationId xmlns:a16="http://schemas.microsoft.com/office/drawing/2014/main" id="{6743EC82-B5A7-B4A5-CBCB-1385A18AB359}"/>
              </a:ext>
            </a:extLst>
          </p:cNvPr>
          <p:cNvSpPr>
            <a:spLocks noGrp="1" noChangeAspect="1"/>
          </p:cNvSpPr>
          <p:nvPr>
            <p:ph type="pic" sz="quarter" idx="15"/>
          </p:nvPr>
        </p:nvSpPr>
        <p:spPr>
          <a:xfrm>
            <a:off x="6769235" y="2159000"/>
            <a:ext cx="1514072" cy="1584000"/>
          </a:xfrm>
          <a:custGeom>
            <a:avLst/>
            <a:gdLst>
              <a:gd name="connsiteX0" fmla="*/ 265367 w 1142524"/>
              <a:gd name="connsiteY0" fmla="*/ 0 h 1195292"/>
              <a:gd name="connsiteX1" fmla="*/ 877157 w 1142524"/>
              <a:gd name="connsiteY1" fmla="*/ 0 h 1195292"/>
              <a:gd name="connsiteX2" fmla="*/ 1142524 w 1142524"/>
              <a:gd name="connsiteY2" fmla="*/ 265367 h 1195292"/>
              <a:gd name="connsiteX3" fmla="*/ 1142524 w 1142524"/>
              <a:gd name="connsiteY3" fmla="*/ 929926 h 1195292"/>
              <a:gd name="connsiteX4" fmla="*/ 877157 w 1142524"/>
              <a:gd name="connsiteY4" fmla="*/ 1195292 h 1195292"/>
              <a:gd name="connsiteX5" fmla="*/ 265367 w 1142524"/>
              <a:gd name="connsiteY5" fmla="*/ 1195292 h 1195292"/>
              <a:gd name="connsiteX6" fmla="*/ 0 w 1142524"/>
              <a:gd name="connsiteY6" fmla="*/ 929926 h 1195292"/>
              <a:gd name="connsiteX7" fmla="*/ 0 w 1142524"/>
              <a:gd name="connsiteY7" fmla="*/ 265367 h 1195292"/>
              <a:gd name="connsiteX8" fmla="*/ 265367 w 1142524"/>
              <a:gd name="connsiteY8" fmla="*/ 0 h 1195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2524" h="1195292">
                <a:moveTo>
                  <a:pt x="265367" y="0"/>
                </a:moveTo>
                <a:lnTo>
                  <a:pt x="877157" y="0"/>
                </a:lnTo>
                <a:cubicBezTo>
                  <a:pt x="1023652" y="0"/>
                  <a:pt x="1142524" y="118872"/>
                  <a:pt x="1142524" y="265367"/>
                </a:cubicBezTo>
                <a:lnTo>
                  <a:pt x="1142524" y="929926"/>
                </a:lnTo>
                <a:cubicBezTo>
                  <a:pt x="1142524" y="1076420"/>
                  <a:pt x="1023652" y="1195292"/>
                  <a:pt x="877157" y="1195292"/>
                </a:cubicBezTo>
                <a:lnTo>
                  <a:pt x="265367" y="1195292"/>
                </a:lnTo>
                <a:cubicBezTo>
                  <a:pt x="118872" y="1195292"/>
                  <a:pt x="0" y="1076420"/>
                  <a:pt x="0" y="929926"/>
                </a:cubicBezTo>
                <a:lnTo>
                  <a:pt x="0" y="265367"/>
                </a:lnTo>
                <a:cubicBezTo>
                  <a:pt x="0" y="118872"/>
                  <a:pt x="118872" y="0"/>
                  <a:pt x="265367" y="0"/>
                </a:cubicBezTo>
                <a:close/>
              </a:path>
            </a:pathLst>
          </a:custGeom>
          <a:solidFill>
            <a:srgbClr val="EAEAEA"/>
          </a:solidFill>
        </p:spPr>
        <p:txBody>
          <a:bodyPr wrap="square">
            <a:noAutofit/>
          </a:bodyPr>
          <a:lstStyle>
            <a:lvl1pPr algn="ctr">
              <a:defRPr sz="1000"/>
            </a:lvl1pPr>
          </a:lstStyle>
          <a:p>
            <a:r>
              <a:rPr lang="en-US"/>
              <a:t>Click icon to add picture</a:t>
            </a:r>
            <a:endParaRPr lang="en-GB"/>
          </a:p>
        </p:txBody>
      </p:sp>
      <p:sp>
        <p:nvSpPr>
          <p:cNvPr id="15" name="Picture Placeholder 14">
            <a:extLst>
              <a:ext uri="{FF2B5EF4-FFF2-40B4-BE49-F238E27FC236}">
                <a16:creationId xmlns:a16="http://schemas.microsoft.com/office/drawing/2014/main" id="{2F11E4A5-D4F2-C5E9-2C78-E58B93A7E4B5}"/>
              </a:ext>
            </a:extLst>
          </p:cNvPr>
          <p:cNvSpPr>
            <a:spLocks noGrp="1" noChangeAspect="1"/>
          </p:cNvSpPr>
          <p:nvPr>
            <p:ph type="pic" sz="quarter" idx="16"/>
          </p:nvPr>
        </p:nvSpPr>
        <p:spPr>
          <a:xfrm>
            <a:off x="8472757" y="2159000"/>
            <a:ext cx="1514072" cy="1584000"/>
          </a:xfrm>
          <a:custGeom>
            <a:avLst/>
            <a:gdLst>
              <a:gd name="connsiteX0" fmla="*/ 265367 w 1142524"/>
              <a:gd name="connsiteY0" fmla="*/ 0 h 1195292"/>
              <a:gd name="connsiteX1" fmla="*/ 877157 w 1142524"/>
              <a:gd name="connsiteY1" fmla="*/ 0 h 1195292"/>
              <a:gd name="connsiteX2" fmla="*/ 1142524 w 1142524"/>
              <a:gd name="connsiteY2" fmla="*/ 265367 h 1195292"/>
              <a:gd name="connsiteX3" fmla="*/ 1142524 w 1142524"/>
              <a:gd name="connsiteY3" fmla="*/ 929926 h 1195292"/>
              <a:gd name="connsiteX4" fmla="*/ 877157 w 1142524"/>
              <a:gd name="connsiteY4" fmla="*/ 1195292 h 1195292"/>
              <a:gd name="connsiteX5" fmla="*/ 265367 w 1142524"/>
              <a:gd name="connsiteY5" fmla="*/ 1195292 h 1195292"/>
              <a:gd name="connsiteX6" fmla="*/ 0 w 1142524"/>
              <a:gd name="connsiteY6" fmla="*/ 929926 h 1195292"/>
              <a:gd name="connsiteX7" fmla="*/ 0 w 1142524"/>
              <a:gd name="connsiteY7" fmla="*/ 265367 h 1195292"/>
              <a:gd name="connsiteX8" fmla="*/ 265367 w 1142524"/>
              <a:gd name="connsiteY8" fmla="*/ 0 h 1195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2524" h="1195292">
                <a:moveTo>
                  <a:pt x="265367" y="0"/>
                </a:moveTo>
                <a:lnTo>
                  <a:pt x="877157" y="0"/>
                </a:lnTo>
                <a:cubicBezTo>
                  <a:pt x="1023652" y="0"/>
                  <a:pt x="1142524" y="118872"/>
                  <a:pt x="1142524" y="265367"/>
                </a:cubicBezTo>
                <a:lnTo>
                  <a:pt x="1142524" y="929926"/>
                </a:lnTo>
                <a:cubicBezTo>
                  <a:pt x="1142524" y="1076420"/>
                  <a:pt x="1023652" y="1195292"/>
                  <a:pt x="877157" y="1195292"/>
                </a:cubicBezTo>
                <a:lnTo>
                  <a:pt x="265367" y="1195292"/>
                </a:lnTo>
                <a:cubicBezTo>
                  <a:pt x="118872" y="1195292"/>
                  <a:pt x="0" y="1076420"/>
                  <a:pt x="0" y="929926"/>
                </a:cubicBezTo>
                <a:lnTo>
                  <a:pt x="0" y="265367"/>
                </a:lnTo>
                <a:cubicBezTo>
                  <a:pt x="0" y="118872"/>
                  <a:pt x="118872" y="0"/>
                  <a:pt x="265367" y="0"/>
                </a:cubicBezTo>
                <a:close/>
              </a:path>
            </a:pathLst>
          </a:custGeom>
          <a:solidFill>
            <a:srgbClr val="EAEAEA"/>
          </a:solidFill>
        </p:spPr>
        <p:txBody>
          <a:bodyPr wrap="square">
            <a:noAutofit/>
          </a:bodyPr>
          <a:lstStyle>
            <a:lvl1pPr algn="ctr">
              <a:defRPr sz="1000"/>
            </a:lvl1pPr>
          </a:lstStyle>
          <a:p>
            <a:r>
              <a:rPr lang="en-US"/>
              <a:t>Click icon to add picture</a:t>
            </a:r>
            <a:endParaRPr lang="en-GB"/>
          </a:p>
        </p:txBody>
      </p:sp>
      <p:sp>
        <p:nvSpPr>
          <p:cNvPr id="16" name="Picture Placeholder 15">
            <a:extLst>
              <a:ext uri="{FF2B5EF4-FFF2-40B4-BE49-F238E27FC236}">
                <a16:creationId xmlns:a16="http://schemas.microsoft.com/office/drawing/2014/main" id="{22C90537-C756-A342-5C1A-F77E20EBAC9B}"/>
              </a:ext>
            </a:extLst>
          </p:cNvPr>
          <p:cNvSpPr>
            <a:spLocks noGrp="1" noChangeAspect="1"/>
          </p:cNvSpPr>
          <p:nvPr>
            <p:ph type="pic" sz="quarter" idx="17"/>
          </p:nvPr>
        </p:nvSpPr>
        <p:spPr>
          <a:xfrm>
            <a:off x="10176278" y="2159000"/>
            <a:ext cx="1514072" cy="1584000"/>
          </a:xfrm>
          <a:custGeom>
            <a:avLst/>
            <a:gdLst>
              <a:gd name="connsiteX0" fmla="*/ 265367 w 1142524"/>
              <a:gd name="connsiteY0" fmla="*/ 0 h 1195292"/>
              <a:gd name="connsiteX1" fmla="*/ 877157 w 1142524"/>
              <a:gd name="connsiteY1" fmla="*/ 0 h 1195292"/>
              <a:gd name="connsiteX2" fmla="*/ 1142524 w 1142524"/>
              <a:gd name="connsiteY2" fmla="*/ 265367 h 1195292"/>
              <a:gd name="connsiteX3" fmla="*/ 1142524 w 1142524"/>
              <a:gd name="connsiteY3" fmla="*/ 929926 h 1195292"/>
              <a:gd name="connsiteX4" fmla="*/ 877157 w 1142524"/>
              <a:gd name="connsiteY4" fmla="*/ 1195292 h 1195292"/>
              <a:gd name="connsiteX5" fmla="*/ 265367 w 1142524"/>
              <a:gd name="connsiteY5" fmla="*/ 1195292 h 1195292"/>
              <a:gd name="connsiteX6" fmla="*/ 0 w 1142524"/>
              <a:gd name="connsiteY6" fmla="*/ 929926 h 1195292"/>
              <a:gd name="connsiteX7" fmla="*/ 0 w 1142524"/>
              <a:gd name="connsiteY7" fmla="*/ 265367 h 1195292"/>
              <a:gd name="connsiteX8" fmla="*/ 265367 w 1142524"/>
              <a:gd name="connsiteY8" fmla="*/ 0 h 1195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2524" h="1195292">
                <a:moveTo>
                  <a:pt x="265367" y="0"/>
                </a:moveTo>
                <a:lnTo>
                  <a:pt x="877157" y="0"/>
                </a:lnTo>
                <a:cubicBezTo>
                  <a:pt x="1023652" y="0"/>
                  <a:pt x="1142524" y="118872"/>
                  <a:pt x="1142524" y="265367"/>
                </a:cubicBezTo>
                <a:lnTo>
                  <a:pt x="1142524" y="929926"/>
                </a:lnTo>
                <a:cubicBezTo>
                  <a:pt x="1142524" y="1076420"/>
                  <a:pt x="1023652" y="1195292"/>
                  <a:pt x="877157" y="1195292"/>
                </a:cubicBezTo>
                <a:lnTo>
                  <a:pt x="265367" y="1195292"/>
                </a:lnTo>
                <a:cubicBezTo>
                  <a:pt x="118872" y="1195292"/>
                  <a:pt x="0" y="1076420"/>
                  <a:pt x="0" y="929926"/>
                </a:cubicBezTo>
                <a:lnTo>
                  <a:pt x="0" y="265367"/>
                </a:lnTo>
                <a:cubicBezTo>
                  <a:pt x="0" y="118872"/>
                  <a:pt x="118872" y="0"/>
                  <a:pt x="265367" y="0"/>
                </a:cubicBezTo>
                <a:close/>
              </a:path>
            </a:pathLst>
          </a:custGeom>
          <a:solidFill>
            <a:srgbClr val="EAEAEA"/>
          </a:solidFill>
        </p:spPr>
        <p:txBody>
          <a:bodyPr wrap="square">
            <a:noAutofit/>
          </a:bodyPr>
          <a:lstStyle>
            <a:lvl1pPr algn="ctr">
              <a:defRPr sz="1000"/>
            </a:lvl1pPr>
          </a:lstStyle>
          <a:p>
            <a:r>
              <a:rPr lang="en-US"/>
              <a:t>Click icon to add picture</a:t>
            </a:r>
            <a:endParaRPr lang="en-GB"/>
          </a:p>
        </p:txBody>
      </p:sp>
      <p:sp>
        <p:nvSpPr>
          <p:cNvPr id="17" name="Picture Placeholder 16">
            <a:extLst>
              <a:ext uri="{FF2B5EF4-FFF2-40B4-BE49-F238E27FC236}">
                <a16:creationId xmlns:a16="http://schemas.microsoft.com/office/drawing/2014/main" id="{68DB4C22-710B-8935-B5C8-252AA5813D54}"/>
              </a:ext>
            </a:extLst>
          </p:cNvPr>
          <p:cNvSpPr>
            <a:spLocks noGrp="1" noChangeAspect="1"/>
          </p:cNvSpPr>
          <p:nvPr>
            <p:ph type="pic" sz="quarter" idx="18"/>
          </p:nvPr>
        </p:nvSpPr>
        <p:spPr>
          <a:xfrm>
            <a:off x="5056456" y="3924000"/>
            <a:ext cx="1514072" cy="1584000"/>
          </a:xfrm>
          <a:custGeom>
            <a:avLst/>
            <a:gdLst>
              <a:gd name="connsiteX0" fmla="*/ 265367 w 1142524"/>
              <a:gd name="connsiteY0" fmla="*/ 0 h 1195292"/>
              <a:gd name="connsiteX1" fmla="*/ 877157 w 1142524"/>
              <a:gd name="connsiteY1" fmla="*/ 0 h 1195292"/>
              <a:gd name="connsiteX2" fmla="*/ 1142524 w 1142524"/>
              <a:gd name="connsiteY2" fmla="*/ 265367 h 1195292"/>
              <a:gd name="connsiteX3" fmla="*/ 1142524 w 1142524"/>
              <a:gd name="connsiteY3" fmla="*/ 929926 h 1195292"/>
              <a:gd name="connsiteX4" fmla="*/ 877157 w 1142524"/>
              <a:gd name="connsiteY4" fmla="*/ 1195292 h 1195292"/>
              <a:gd name="connsiteX5" fmla="*/ 265367 w 1142524"/>
              <a:gd name="connsiteY5" fmla="*/ 1195292 h 1195292"/>
              <a:gd name="connsiteX6" fmla="*/ 0 w 1142524"/>
              <a:gd name="connsiteY6" fmla="*/ 929926 h 1195292"/>
              <a:gd name="connsiteX7" fmla="*/ 0 w 1142524"/>
              <a:gd name="connsiteY7" fmla="*/ 265367 h 1195292"/>
              <a:gd name="connsiteX8" fmla="*/ 265367 w 1142524"/>
              <a:gd name="connsiteY8" fmla="*/ 0 h 1195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2524" h="1195292">
                <a:moveTo>
                  <a:pt x="265367" y="0"/>
                </a:moveTo>
                <a:lnTo>
                  <a:pt x="877157" y="0"/>
                </a:lnTo>
                <a:cubicBezTo>
                  <a:pt x="1023652" y="0"/>
                  <a:pt x="1142524" y="118872"/>
                  <a:pt x="1142524" y="265367"/>
                </a:cubicBezTo>
                <a:lnTo>
                  <a:pt x="1142524" y="929926"/>
                </a:lnTo>
                <a:cubicBezTo>
                  <a:pt x="1142524" y="1076420"/>
                  <a:pt x="1023652" y="1195292"/>
                  <a:pt x="877157" y="1195292"/>
                </a:cubicBezTo>
                <a:lnTo>
                  <a:pt x="265367" y="1195292"/>
                </a:lnTo>
                <a:cubicBezTo>
                  <a:pt x="118872" y="1195292"/>
                  <a:pt x="0" y="1076420"/>
                  <a:pt x="0" y="929926"/>
                </a:cubicBezTo>
                <a:lnTo>
                  <a:pt x="0" y="265367"/>
                </a:lnTo>
                <a:cubicBezTo>
                  <a:pt x="0" y="118872"/>
                  <a:pt x="118872" y="0"/>
                  <a:pt x="265367" y="0"/>
                </a:cubicBezTo>
                <a:close/>
              </a:path>
            </a:pathLst>
          </a:custGeom>
          <a:solidFill>
            <a:srgbClr val="EAEAEA"/>
          </a:solidFill>
        </p:spPr>
        <p:txBody>
          <a:bodyPr wrap="square">
            <a:noAutofit/>
          </a:bodyPr>
          <a:lstStyle>
            <a:lvl1pPr algn="ctr">
              <a:defRPr sz="1000"/>
            </a:lvl1pPr>
          </a:lstStyle>
          <a:p>
            <a:r>
              <a:rPr lang="en-US"/>
              <a:t>Click icon to add picture</a:t>
            </a:r>
            <a:endParaRPr lang="en-GB"/>
          </a:p>
        </p:txBody>
      </p:sp>
      <p:sp>
        <p:nvSpPr>
          <p:cNvPr id="18" name="Picture Placeholder 17">
            <a:extLst>
              <a:ext uri="{FF2B5EF4-FFF2-40B4-BE49-F238E27FC236}">
                <a16:creationId xmlns:a16="http://schemas.microsoft.com/office/drawing/2014/main" id="{A322461C-47EE-F6FA-0E9E-59CECDD97EF1}"/>
              </a:ext>
            </a:extLst>
          </p:cNvPr>
          <p:cNvSpPr>
            <a:spLocks noGrp="1" noChangeAspect="1"/>
          </p:cNvSpPr>
          <p:nvPr>
            <p:ph type="pic" sz="quarter" idx="19"/>
          </p:nvPr>
        </p:nvSpPr>
        <p:spPr>
          <a:xfrm>
            <a:off x="6759978" y="3924000"/>
            <a:ext cx="1514072" cy="1584000"/>
          </a:xfrm>
          <a:custGeom>
            <a:avLst/>
            <a:gdLst>
              <a:gd name="connsiteX0" fmla="*/ 265367 w 1142524"/>
              <a:gd name="connsiteY0" fmla="*/ 0 h 1195292"/>
              <a:gd name="connsiteX1" fmla="*/ 877157 w 1142524"/>
              <a:gd name="connsiteY1" fmla="*/ 0 h 1195292"/>
              <a:gd name="connsiteX2" fmla="*/ 1142524 w 1142524"/>
              <a:gd name="connsiteY2" fmla="*/ 265367 h 1195292"/>
              <a:gd name="connsiteX3" fmla="*/ 1142524 w 1142524"/>
              <a:gd name="connsiteY3" fmla="*/ 929926 h 1195292"/>
              <a:gd name="connsiteX4" fmla="*/ 877157 w 1142524"/>
              <a:gd name="connsiteY4" fmla="*/ 1195292 h 1195292"/>
              <a:gd name="connsiteX5" fmla="*/ 265367 w 1142524"/>
              <a:gd name="connsiteY5" fmla="*/ 1195292 h 1195292"/>
              <a:gd name="connsiteX6" fmla="*/ 0 w 1142524"/>
              <a:gd name="connsiteY6" fmla="*/ 929926 h 1195292"/>
              <a:gd name="connsiteX7" fmla="*/ 0 w 1142524"/>
              <a:gd name="connsiteY7" fmla="*/ 265367 h 1195292"/>
              <a:gd name="connsiteX8" fmla="*/ 265367 w 1142524"/>
              <a:gd name="connsiteY8" fmla="*/ 0 h 1195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2524" h="1195292">
                <a:moveTo>
                  <a:pt x="265367" y="0"/>
                </a:moveTo>
                <a:lnTo>
                  <a:pt x="877157" y="0"/>
                </a:lnTo>
                <a:cubicBezTo>
                  <a:pt x="1023652" y="0"/>
                  <a:pt x="1142524" y="118872"/>
                  <a:pt x="1142524" y="265367"/>
                </a:cubicBezTo>
                <a:lnTo>
                  <a:pt x="1142524" y="929926"/>
                </a:lnTo>
                <a:cubicBezTo>
                  <a:pt x="1142524" y="1076420"/>
                  <a:pt x="1023652" y="1195292"/>
                  <a:pt x="877157" y="1195292"/>
                </a:cubicBezTo>
                <a:lnTo>
                  <a:pt x="265367" y="1195292"/>
                </a:lnTo>
                <a:cubicBezTo>
                  <a:pt x="118872" y="1195292"/>
                  <a:pt x="0" y="1076420"/>
                  <a:pt x="0" y="929926"/>
                </a:cubicBezTo>
                <a:lnTo>
                  <a:pt x="0" y="265367"/>
                </a:lnTo>
                <a:cubicBezTo>
                  <a:pt x="0" y="118872"/>
                  <a:pt x="118872" y="0"/>
                  <a:pt x="265367" y="0"/>
                </a:cubicBezTo>
                <a:close/>
              </a:path>
            </a:pathLst>
          </a:custGeom>
          <a:solidFill>
            <a:srgbClr val="EAEAEA"/>
          </a:solidFill>
        </p:spPr>
        <p:txBody>
          <a:bodyPr wrap="square">
            <a:noAutofit/>
          </a:bodyPr>
          <a:lstStyle>
            <a:lvl1pPr algn="ctr">
              <a:defRPr sz="1000"/>
            </a:lvl1pPr>
          </a:lstStyle>
          <a:p>
            <a:r>
              <a:rPr lang="en-US"/>
              <a:t>Click icon to add picture</a:t>
            </a:r>
            <a:endParaRPr lang="en-GB"/>
          </a:p>
        </p:txBody>
      </p:sp>
      <p:sp>
        <p:nvSpPr>
          <p:cNvPr id="23" name="Picture Placeholder 22">
            <a:extLst>
              <a:ext uri="{FF2B5EF4-FFF2-40B4-BE49-F238E27FC236}">
                <a16:creationId xmlns:a16="http://schemas.microsoft.com/office/drawing/2014/main" id="{D168FCF8-38BF-7284-6A08-45226648BEA1}"/>
              </a:ext>
            </a:extLst>
          </p:cNvPr>
          <p:cNvSpPr>
            <a:spLocks noGrp="1" noChangeAspect="1"/>
          </p:cNvSpPr>
          <p:nvPr>
            <p:ph type="pic" sz="quarter" idx="20"/>
          </p:nvPr>
        </p:nvSpPr>
        <p:spPr>
          <a:xfrm>
            <a:off x="8463500" y="3924000"/>
            <a:ext cx="1514072" cy="1584000"/>
          </a:xfrm>
          <a:custGeom>
            <a:avLst/>
            <a:gdLst>
              <a:gd name="connsiteX0" fmla="*/ 265367 w 1142524"/>
              <a:gd name="connsiteY0" fmla="*/ 0 h 1195292"/>
              <a:gd name="connsiteX1" fmla="*/ 877157 w 1142524"/>
              <a:gd name="connsiteY1" fmla="*/ 0 h 1195292"/>
              <a:gd name="connsiteX2" fmla="*/ 1142524 w 1142524"/>
              <a:gd name="connsiteY2" fmla="*/ 265367 h 1195292"/>
              <a:gd name="connsiteX3" fmla="*/ 1142524 w 1142524"/>
              <a:gd name="connsiteY3" fmla="*/ 929926 h 1195292"/>
              <a:gd name="connsiteX4" fmla="*/ 877157 w 1142524"/>
              <a:gd name="connsiteY4" fmla="*/ 1195292 h 1195292"/>
              <a:gd name="connsiteX5" fmla="*/ 265367 w 1142524"/>
              <a:gd name="connsiteY5" fmla="*/ 1195292 h 1195292"/>
              <a:gd name="connsiteX6" fmla="*/ 0 w 1142524"/>
              <a:gd name="connsiteY6" fmla="*/ 929926 h 1195292"/>
              <a:gd name="connsiteX7" fmla="*/ 0 w 1142524"/>
              <a:gd name="connsiteY7" fmla="*/ 265367 h 1195292"/>
              <a:gd name="connsiteX8" fmla="*/ 265367 w 1142524"/>
              <a:gd name="connsiteY8" fmla="*/ 0 h 1195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2524" h="1195292">
                <a:moveTo>
                  <a:pt x="265367" y="0"/>
                </a:moveTo>
                <a:lnTo>
                  <a:pt x="877157" y="0"/>
                </a:lnTo>
                <a:cubicBezTo>
                  <a:pt x="1023652" y="0"/>
                  <a:pt x="1142524" y="118872"/>
                  <a:pt x="1142524" y="265367"/>
                </a:cubicBezTo>
                <a:lnTo>
                  <a:pt x="1142524" y="929926"/>
                </a:lnTo>
                <a:cubicBezTo>
                  <a:pt x="1142524" y="1076420"/>
                  <a:pt x="1023652" y="1195292"/>
                  <a:pt x="877157" y="1195292"/>
                </a:cubicBezTo>
                <a:lnTo>
                  <a:pt x="265367" y="1195292"/>
                </a:lnTo>
                <a:cubicBezTo>
                  <a:pt x="118872" y="1195292"/>
                  <a:pt x="0" y="1076420"/>
                  <a:pt x="0" y="929926"/>
                </a:cubicBezTo>
                <a:lnTo>
                  <a:pt x="0" y="265367"/>
                </a:lnTo>
                <a:cubicBezTo>
                  <a:pt x="0" y="118872"/>
                  <a:pt x="118872" y="0"/>
                  <a:pt x="265367" y="0"/>
                </a:cubicBezTo>
                <a:close/>
              </a:path>
            </a:pathLst>
          </a:custGeom>
          <a:solidFill>
            <a:srgbClr val="EAEAEA"/>
          </a:solidFill>
        </p:spPr>
        <p:txBody>
          <a:bodyPr wrap="square">
            <a:noAutofit/>
          </a:bodyPr>
          <a:lstStyle>
            <a:lvl1pPr algn="ctr">
              <a:defRPr sz="1000"/>
            </a:lvl1pPr>
          </a:lstStyle>
          <a:p>
            <a:r>
              <a:rPr lang="en-US"/>
              <a:t>Click icon to add picture</a:t>
            </a:r>
            <a:endParaRPr lang="en-GB"/>
          </a:p>
        </p:txBody>
      </p:sp>
      <p:sp>
        <p:nvSpPr>
          <p:cNvPr id="24" name="Picture Placeholder 23">
            <a:extLst>
              <a:ext uri="{FF2B5EF4-FFF2-40B4-BE49-F238E27FC236}">
                <a16:creationId xmlns:a16="http://schemas.microsoft.com/office/drawing/2014/main" id="{3FFF83F2-0099-8A6E-7EDA-7EC6BC289DBD}"/>
              </a:ext>
            </a:extLst>
          </p:cNvPr>
          <p:cNvSpPr>
            <a:spLocks noGrp="1" noChangeAspect="1"/>
          </p:cNvSpPr>
          <p:nvPr>
            <p:ph type="pic" sz="quarter" idx="21"/>
          </p:nvPr>
        </p:nvSpPr>
        <p:spPr>
          <a:xfrm>
            <a:off x="10167021" y="3924000"/>
            <a:ext cx="1514072" cy="1584000"/>
          </a:xfrm>
          <a:custGeom>
            <a:avLst/>
            <a:gdLst>
              <a:gd name="connsiteX0" fmla="*/ 265367 w 1142524"/>
              <a:gd name="connsiteY0" fmla="*/ 0 h 1195292"/>
              <a:gd name="connsiteX1" fmla="*/ 877157 w 1142524"/>
              <a:gd name="connsiteY1" fmla="*/ 0 h 1195292"/>
              <a:gd name="connsiteX2" fmla="*/ 1142524 w 1142524"/>
              <a:gd name="connsiteY2" fmla="*/ 265367 h 1195292"/>
              <a:gd name="connsiteX3" fmla="*/ 1142524 w 1142524"/>
              <a:gd name="connsiteY3" fmla="*/ 929926 h 1195292"/>
              <a:gd name="connsiteX4" fmla="*/ 877157 w 1142524"/>
              <a:gd name="connsiteY4" fmla="*/ 1195292 h 1195292"/>
              <a:gd name="connsiteX5" fmla="*/ 265367 w 1142524"/>
              <a:gd name="connsiteY5" fmla="*/ 1195292 h 1195292"/>
              <a:gd name="connsiteX6" fmla="*/ 0 w 1142524"/>
              <a:gd name="connsiteY6" fmla="*/ 929926 h 1195292"/>
              <a:gd name="connsiteX7" fmla="*/ 0 w 1142524"/>
              <a:gd name="connsiteY7" fmla="*/ 265367 h 1195292"/>
              <a:gd name="connsiteX8" fmla="*/ 265367 w 1142524"/>
              <a:gd name="connsiteY8" fmla="*/ 0 h 1195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2524" h="1195292">
                <a:moveTo>
                  <a:pt x="265367" y="0"/>
                </a:moveTo>
                <a:lnTo>
                  <a:pt x="877157" y="0"/>
                </a:lnTo>
                <a:cubicBezTo>
                  <a:pt x="1023652" y="0"/>
                  <a:pt x="1142524" y="118872"/>
                  <a:pt x="1142524" y="265367"/>
                </a:cubicBezTo>
                <a:lnTo>
                  <a:pt x="1142524" y="929926"/>
                </a:lnTo>
                <a:cubicBezTo>
                  <a:pt x="1142524" y="1076420"/>
                  <a:pt x="1023652" y="1195292"/>
                  <a:pt x="877157" y="1195292"/>
                </a:cubicBezTo>
                <a:lnTo>
                  <a:pt x="265367" y="1195292"/>
                </a:lnTo>
                <a:cubicBezTo>
                  <a:pt x="118872" y="1195292"/>
                  <a:pt x="0" y="1076420"/>
                  <a:pt x="0" y="929926"/>
                </a:cubicBezTo>
                <a:lnTo>
                  <a:pt x="0" y="265367"/>
                </a:lnTo>
                <a:cubicBezTo>
                  <a:pt x="0" y="118872"/>
                  <a:pt x="118872" y="0"/>
                  <a:pt x="265367" y="0"/>
                </a:cubicBezTo>
                <a:close/>
              </a:path>
            </a:pathLst>
          </a:custGeom>
          <a:solidFill>
            <a:srgbClr val="EAEAEA"/>
          </a:solidFill>
        </p:spPr>
        <p:txBody>
          <a:bodyPr wrap="square">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13695041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text - 4 Pictures Ov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4561713"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1" y="2644775"/>
            <a:ext cx="4121813" cy="31680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4564063" cy="360000"/>
          </a:xfrm>
        </p:spPr>
        <p:txBody>
          <a:bodyPr/>
          <a:lstStyle>
            <a:lvl1pPr>
              <a:defRPr sz="2000"/>
            </a:lvl1pPr>
          </a:lstStyle>
          <a:p>
            <a:pPr lvl="0"/>
            <a:r>
              <a:rPr lang="en-US" dirty="0"/>
              <a:t>Click to edit Master text styles</a:t>
            </a:r>
          </a:p>
        </p:txBody>
      </p:sp>
      <p:sp>
        <p:nvSpPr>
          <p:cNvPr id="7" name="Picture Placeholder 6">
            <a:extLst>
              <a:ext uri="{FF2B5EF4-FFF2-40B4-BE49-F238E27FC236}">
                <a16:creationId xmlns:a16="http://schemas.microsoft.com/office/drawing/2014/main" id="{9192F522-7140-0A38-CF78-6609DE941FB5}"/>
              </a:ext>
            </a:extLst>
          </p:cNvPr>
          <p:cNvSpPr>
            <a:spLocks noGrp="1" noChangeAspect="1"/>
          </p:cNvSpPr>
          <p:nvPr>
            <p:ph type="pic" sz="quarter" idx="19"/>
          </p:nvPr>
        </p:nvSpPr>
        <p:spPr>
          <a:xfrm>
            <a:off x="4896000" y="2159000"/>
            <a:ext cx="1642485" cy="1648800"/>
          </a:xfrm>
          <a:custGeom>
            <a:avLst/>
            <a:gdLst>
              <a:gd name="connsiteX0" fmla="*/ 2594013 w 4590351"/>
              <a:gd name="connsiteY0" fmla="*/ 0 h 4608001"/>
              <a:gd name="connsiteX1" fmla="*/ 4590351 w 4590351"/>
              <a:gd name="connsiteY1" fmla="*/ 2008438 h 4608001"/>
              <a:gd name="connsiteX2" fmla="*/ 1996106 w 4590351"/>
              <a:gd name="connsiteY2" fmla="*/ 4608001 h 4608001"/>
              <a:gd name="connsiteX3" fmla="*/ 0 w 4590351"/>
              <a:gd name="connsiteY3" fmla="*/ 2599563 h 4608001"/>
              <a:gd name="connsiteX4" fmla="*/ 2594013 w 4590351"/>
              <a:gd name="connsiteY4" fmla="*/ 0 h 460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0351" h="4608001">
                <a:moveTo>
                  <a:pt x="2594013" y="0"/>
                </a:moveTo>
                <a:cubicBezTo>
                  <a:pt x="3441549" y="0"/>
                  <a:pt x="4590351" y="593591"/>
                  <a:pt x="4590351" y="2008438"/>
                </a:cubicBezTo>
                <a:cubicBezTo>
                  <a:pt x="4590351" y="3423285"/>
                  <a:pt x="3341590" y="4608001"/>
                  <a:pt x="1996106" y="4608001"/>
                </a:cubicBezTo>
                <a:cubicBezTo>
                  <a:pt x="1148570" y="4608001"/>
                  <a:pt x="0" y="4014409"/>
                  <a:pt x="0" y="2599563"/>
                </a:cubicBezTo>
                <a:cubicBezTo>
                  <a:pt x="0" y="1184716"/>
                  <a:pt x="1248530" y="0"/>
                  <a:pt x="2594013"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8" name="Picture Placeholder 7">
            <a:extLst>
              <a:ext uri="{FF2B5EF4-FFF2-40B4-BE49-F238E27FC236}">
                <a16:creationId xmlns:a16="http://schemas.microsoft.com/office/drawing/2014/main" id="{D4E9D50B-0FB1-0F7F-31E7-25BD08AE258D}"/>
              </a:ext>
            </a:extLst>
          </p:cNvPr>
          <p:cNvSpPr>
            <a:spLocks noGrp="1" noChangeAspect="1"/>
          </p:cNvSpPr>
          <p:nvPr>
            <p:ph type="pic" sz="quarter" idx="17"/>
          </p:nvPr>
        </p:nvSpPr>
        <p:spPr>
          <a:xfrm>
            <a:off x="6613288" y="2159000"/>
            <a:ext cx="1642485" cy="1648800"/>
          </a:xfrm>
          <a:custGeom>
            <a:avLst/>
            <a:gdLst>
              <a:gd name="connsiteX0" fmla="*/ 1247712 w 2868970"/>
              <a:gd name="connsiteY0" fmla="*/ 0 h 2880001"/>
              <a:gd name="connsiteX1" fmla="*/ 2868970 w 2868970"/>
              <a:gd name="connsiteY1" fmla="*/ 1624727 h 2880001"/>
              <a:gd name="connsiteX2" fmla="*/ 1621403 w 2868970"/>
              <a:gd name="connsiteY2" fmla="*/ 2880001 h 2880001"/>
              <a:gd name="connsiteX3" fmla="*/ 0 w 2868970"/>
              <a:gd name="connsiteY3" fmla="*/ 1255274 h 2880001"/>
              <a:gd name="connsiteX4" fmla="*/ 1247712 w 2868970"/>
              <a:gd name="connsiteY4" fmla="*/ 0 h 288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8970" h="2880001">
                <a:moveTo>
                  <a:pt x="1247712" y="0"/>
                </a:moveTo>
                <a:cubicBezTo>
                  <a:pt x="2088639" y="0"/>
                  <a:pt x="2868970" y="740448"/>
                  <a:pt x="2868970" y="1624727"/>
                </a:cubicBezTo>
                <a:cubicBezTo>
                  <a:pt x="2868970" y="2509006"/>
                  <a:pt x="2151114" y="2880001"/>
                  <a:pt x="1621403" y="2880001"/>
                </a:cubicBezTo>
                <a:cubicBezTo>
                  <a:pt x="780476" y="2880001"/>
                  <a:pt x="0" y="2139553"/>
                  <a:pt x="0" y="1255274"/>
                </a:cubicBezTo>
                <a:cubicBezTo>
                  <a:pt x="0" y="370994"/>
                  <a:pt x="718002" y="0"/>
                  <a:pt x="1247712"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9" name="Picture Placeholder 8">
            <a:extLst>
              <a:ext uri="{FF2B5EF4-FFF2-40B4-BE49-F238E27FC236}">
                <a16:creationId xmlns:a16="http://schemas.microsoft.com/office/drawing/2014/main" id="{36701F7E-1A51-D21C-3234-F06E7E33D141}"/>
              </a:ext>
            </a:extLst>
          </p:cNvPr>
          <p:cNvSpPr>
            <a:spLocks noGrp="1" noChangeAspect="1"/>
          </p:cNvSpPr>
          <p:nvPr>
            <p:ph type="pic" sz="quarter" idx="20"/>
          </p:nvPr>
        </p:nvSpPr>
        <p:spPr>
          <a:xfrm>
            <a:off x="8330576" y="2159000"/>
            <a:ext cx="1642485" cy="1648800"/>
          </a:xfrm>
          <a:custGeom>
            <a:avLst/>
            <a:gdLst>
              <a:gd name="connsiteX0" fmla="*/ 1247712 w 2868970"/>
              <a:gd name="connsiteY0" fmla="*/ 0 h 2880001"/>
              <a:gd name="connsiteX1" fmla="*/ 2868970 w 2868970"/>
              <a:gd name="connsiteY1" fmla="*/ 1624727 h 2880001"/>
              <a:gd name="connsiteX2" fmla="*/ 1621403 w 2868970"/>
              <a:gd name="connsiteY2" fmla="*/ 2880001 h 2880001"/>
              <a:gd name="connsiteX3" fmla="*/ 0 w 2868970"/>
              <a:gd name="connsiteY3" fmla="*/ 1255274 h 2880001"/>
              <a:gd name="connsiteX4" fmla="*/ 1247712 w 2868970"/>
              <a:gd name="connsiteY4" fmla="*/ 0 h 288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8970" h="2880001">
                <a:moveTo>
                  <a:pt x="1247712" y="0"/>
                </a:moveTo>
                <a:cubicBezTo>
                  <a:pt x="2088639" y="0"/>
                  <a:pt x="2868970" y="740448"/>
                  <a:pt x="2868970" y="1624727"/>
                </a:cubicBezTo>
                <a:cubicBezTo>
                  <a:pt x="2868970" y="2509006"/>
                  <a:pt x="2151114" y="2880001"/>
                  <a:pt x="1621403" y="2880001"/>
                </a:cubicBezTo>
                <a:cubicBezTo>
                  <a:pt x="780476" y="2880001"/>
                  <a:pt x="0" y="2139553"/>
                  <a:pt x="0" y="1255274"/>
                </a:cubicBezTo>
                <a:cubicBezTo>
                  <a:pt x="0" y="370994"/>
                  <a:pt x="718002" y="0"/>
                  <a:pt x="1247712"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11" name="Picture Placeholder 10">
            <a:extLst>
              <a:ext uri="{FF2B5EF4-FFF2-40B4-BE49-F238E27FC236}">
                <a16:creationId xmlns:a16="http://schemas.microsoft.com/office/drawing/2014/main" id="{3BFFEF74-9ED5-3754-6FBB-8743B8BAADE5}"/>
              </a:ext>
            </a:extLst>
          </p:cNvPr>
          <p:cNvSpPr>
            <a:spLocks noGrp="1" noChangeAspect="1"/>
          </p:cNvSpPr>
          <p:nvPr>
            <p:ph type="pic" sz="quarter" idx="21"/>
          </p:nvPr>
        </p:nvSpPr>
        <p:spPr>
          <a:xfrm>
            <a:off x="10047865" y="2159000"/>
            <a:ext cx="1642485" cy="1648800"/>
          </a:xfrm>
          <a:custGeom>
            <a:avLst/>
            <a:gdLst>
              <a:gd name="connsiteX0" fmla="*/ 2594013 w 4590351"/>
              <a:gd name="connsiteY0" fmla="*/ 0 h 4608001"/>
              <a:gd name="connsiteX1" fmla="*/ 4590351 w 4590351"/>
              <a:gd name="connsiteY1" fmla="*/ 2008438 h 4608001"/>
              <a:gd name="connsiteX2" fmla="*/ 1996106 w 4590351"/>
              <a:gd name="connsiteY2" fmla="*/ 4608001 h 4608001"/>
              <a:gd name="connsiteX3" fmla="*/ 0 w 4590351"/>
              <a:gd name="connsiteY3" fmla="*/ 2599563 h 4608001"/>
              <a:gd name="connsiteX4" fmla="*/ 2594013 w 4590351"/>
              <a:gd name="connsiteY4" fmla="*/ 0 h 460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0351" h="4608001">
                <a:moveTo>
                  <a:pt x="2594013" y="0"/>
                </a:moveTo>
                <a:cubicBezTo>
                  <a:pt x="3441549" y="0"/>
                  <a:pt x="4590351" y="593591"/>
                  <a:pt x="4590351" y="2008438"/>
                </a:cubicBezTo>
                <a:cubicBezTo>
                  <a:pt x="4590351" y="3423285"/>
                  <a:pt x="3341590" y="4608001"/>
                  <a:pt x="1996106" y="4608001"/>
                </a:cubicBezTo>
                <a:cubicBezTo>
                  <a:pt x="1148570" y="4608001"/>
                  <a:pt x="0" y="4014409"/>
                  <a:pt x="0" y="2599563"/>
                </a:cubicBezTo>
                <a:cubicBezTo>
                  <a:pt x="0" y="1184716"/>
                  <a:pt x="1248530" y="0"/>
                  <a:pt x="2594013"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22" name="Picture Placeholder 21">
            <a:extLst>
              <a:ext uri="{FF2B5EF4-FFF2-40B4-BE49-F238E27FC236}">
                <a16:creationId xmlns:a16="http://schemas.microsoft.com/office/drawing/2014/main" id="{00C2361C-5A67-F1E3-B998-4A0D096E9339}"/>
              </a:ext>
            </a:extLst>
          </p:cNvPr>
          <p:cNvSpPr>
            <a:spLocks noGrp="1" noChangeAspect="1"/>
          </p:cNvSpPr>
          <p:nvPr>
            <p:ph type="pic" sz="quarter" idx="22"/>
          </p:nvPr>
        </p:nvSpPr>
        <p:spPr>
          <a:xfrm>
            <a:off x="4895999" y="4016314"/>
            <a:ext cx="1642485" cy="1648800"/>
          </a:xfrm>
          <a:custGeom>
            <a:avLst/>
            <a:gdLst>
              <a:gd name="connsiteX0" fmla="*/ 1247712 w 2868970"/>
              <a:gd name="connsiteY0" fmla="*/ 0 h 2880001"/>
              <a:gd name="connsiteX1" fmla="*/ 2868970 w 2868970"/>
              <a:gd name="connsiteY1" fmla="*/ 1624727 h 2880001"/>
              <a:gd name="connsiteX2" fmla="*/ 1621403 w 2868970"/>
              <a:gd name="connsiteY2" fmla="*/ 2880001 h 2880001"/>
              <a:gd name="connsiteX3" fmla="*/ 0 w 2868970"/>
              <a:gd name="connsiteY3" fmla="*/ 1255274 h 2880001"/>
              <a:gd name="connsiteX4" fmla="*/ 1247712 w 2868970"/>
              <a:gd name="connsiteY4" fmla="*/ 0 h 288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8970" h="2880001">
                <a:moveTo>
                  <a:pt x="1247712" y="0"/>
                </a:moveTo>
                <a:cubicBezTo>
                  <a:pt x="2088639" y="0"/>
                  <a:pt x="2868970" y="740448"/>
                  <a:pt x="2868970" y="1624727"/>
                </a:cubicBezTo>
                <a:cubicBezTo>
                  <a:pt x="2868970" y="2509006"/>
                  <a:pt x="2151114" y="2880001"/>
                  <a:pt x="1621403" y="2880001"/>
                </a:cubicBezTo>
                <a:cubicBezTo>
                  <a:pt x="780476" y="2880001"/>
                  <a:pt x="0" y="2139553"/>
                  <a:pt x="0" y="1255274"/>
                </a:cubicBezTo>
                <a:cubicBezTo>
                  <a:pt x="0" y="370994"/>
                  <a:pt x="718002" y="0"/>
                  <a:pt x="1247712"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25" name="Picture Placeholder 24">
            <a:extLst>
              <a:ext uri="{FF2B5EF4-FFF2-40B4-BE49-F238E27FC236}">
                <a16:creationId xmlns:a16="http://schemas.microsoft.com/office/drawing/2014/main" id="{55AB1115-F611-3ACA-413D-F5D560644A95}"/>
              </a:ext>
            </a:extLst>
          </p:cNvPr>
          <p:cNvSpPr>
            <a:spLocks noGrp="1" noChangeAspect="1"/>
          </p:cNvSpPr>
          <p:nvPr>
            <p:ph type="pic" sz="quarter" idx="23"/>
          </p:nvPr>
        </p:nvSpPr>
        <p:spPr>
          <a:xfrm>
            <a:off x="8325555" y="4016314"/>
            <a:ext cx="1642485" cy="1648800"/>
          </a:xfrm>
          <a:custGeom>
            <a:avLst/>
            <a:gdLst>
              <a:gd name="connsiteX0" fmla="*/ 1247712 w 2868970"/>
              <a:gd name="connsiteY0" fmla="*/ 0 h 2880001"/>
              <a:gd name="connsiteX1" fmla="*/ 2868970 w 2868970"/>
              <a:gd name="connsiteY1" fmla="*/ 1624727 h 2880001"/>
              <a:gd name="connsiteX2" fmla="*/ 1621403 w 2868970"/>
              <a:gd name="connsiteY2" fmla="*/ 2880001 h 2880001"/>
              <a:gd name="connsiteX3" fmla="*/ 0 w 2868970"/>
              <a:gd name="connsiteY3" fmla="*/ 1255274 h 2880001"/>
              <a:gd name="connsiteX4" fmla="*/ 1247712 w 2868970"/>
              <a:gd name="connsiteY4" fmla="*/ 0 h 288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8970" h="2880001">
                <a:moveTo>
                  <a:pt x="1247712" y="0"/>
                </a:moveTo>
                <a:cubicBezTo>
                  <a:pt x="2088639" y="0"/>
                  <a:pt x="2868970" y="740448"/>
                  <a:pt x="2868970" y="1624727"/>
                </a:cubicBezTo>
                <a:cubicBezTo>
                  <a:pt x="2868970" y="2509006"/>
                  <a:pt x="2151114" y="2880001"/>
                  <a:pt x="1621403" y="2880001"/>
                </a:cubicBezTo>
                <a:cubicBezTo>
                  <a:pt x="780476" y="2880001"/>
                  <a:pt x="0" y="2139553"/>
                  <a:pt x="0" y="1255274"/>
                </a:cubicBezTo>
                <a:cubicBezTo>
                  <a:pt x="0" y="370994"/>
                  <a:pt x="718002" y="0"/>
                  <a:pt x="1247712"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26" name="Picture Placeholder 25">
            <a:extLst>
              <a:ext uri="{FF2B5EF4-FFF2-40B4-BE49-F238E27FC236}">
                <a16:creationId xmlns:a16="http://schemas.microsoft.com/office/drawing/2014/main" id="{50F50BC7-4110-9A09-3630-F124F60829B7}"/>
              </a:ext>
            </a:extLst>
          </p:cNvPr>
          <p:cNvSpPr>
            <a:spLocks noGrp="1" noChangeAspect="1"/>
          </p:cNvSpPr>
          <p:nvPr>
            <p:ph type="pic" sz="quarter" idx="24"/>
          </p:nvPr>
        </p:nvSpPr>
        <p:spPr>
          <a:xfrm>
            <a:off x="6610777" y="4016314"/>
            <a:ext cx="1642485" cy="1648800"/>
          </a:xfrm>
          <a:custGeom>
            <a:avLst/>
            <a:gdLst>
              <a:gd name="connsiteX0" fmla="*/ 2594013 w 4590351"/>
              <a:gd name="connsiteY0" fmla="*/ 0 h 4608001"/>
              <a:gd name="connsiteX1" fmla="*/ 4590351 w 4590351"/>
              <a:gd name="connsiteY1" fmla="*/ 2008438 h 4608001"/>
              <a:gd name="connsiteX2" fmla="*/ 1996106 w 4590351"/>
              <a:gd name="connsiteY2" fmla="*/ 4608001 h 4608001"/>
              <a:gd name="connsiteX3" fmla="*/ 0 w 4590351"/>
              <a:gd name="connsiteY3" fmla="*/ 2599563 h 4608001"/>
              <a:gd name="connsiteX4" fmla="*/ 2594013 w 4590351"/>
              <a:gd name="connsiteY4" fmla="*/ 0 h 460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0351" h="4608001">
                <a:moveTo>
                  <a:pt x="2594013" y="0"/>
                </a:moveTo>
                <a:cubicBezTo>
                  <a:pt x="3441549" y="0"/>
                  <a:pt x="4590351" y="593591"/>
                  <a:pt x="4590351" y="2008438"/>
                </a:cubicBezTo>
                <a:cubicBezTo>
                  <a:pt x="4590351" y="3423285"/>
                  <a:pt x="3341590" y="4608001"/>
                  <a:pt x="1996106" y="4608001"/>
                </a:cubicBezTo>
                <a:cubicBezTo>
                  <a:pt x="1148570" y="4608001"/>
                  <a:pt x="0" y="4014409"/>
                  <a:pt x="0" y="2599563"/>
                </a:cubicBezTo>
                <a:cubicBezTo>
                  <a:pt x="0" y="1184716"/>
                  <a:pt x="1248530" y="0"/>
                  <a:pt x="2594013"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27" name="Picture Placeholder 26">
            <a:extLst>
              <a:ext uri="{FF2B5EF4-FFF2-40B4-BE49-F238E27FC236}">
                <a16:creationId xmlns:a16="http://schemas.microsoft.com/office/drawing/2014/main" id="{F99CEF3B-E259-806F-B271-DB4AD2387396}"/>
              </a:ext>
            </a:extLst>
          </p:cNvPr>
          <p:cNvSpPr>
            <a:spLocks noGrp="1" noChangeAspect="1"/>
          </p:cNvSpPr>
          <p:nvPr>
            <p:ph type="pic" sz="quarter" idx="25"/>
          </p:nvPr>
        </p:nvSpPr>
        <p:spPr>
          <a:xfrm>
            <a:off x="10040334" y="4016314"/>
            <a:ext cx="1642485" cy="1648800"/>
          </a:xfrm>
          <a:custGeom>
            <a:avLst/>
            <a:gdLst>
              <a:gd name="connsiteX0" fmla="*/ 2594013 w 4590351"/>
              <a:gd name="connsiteY0" fmla="*/ 0 h 4608001"/>
              <a:gd name="connsiteX1" fmla="*/ 4590351 w 4590351"/>
              <a:gd name="connsiteY1" fmla="*/ 2008438 h 4608001"/>
              <a:gd name="connsiteX2" fmla="*/ 1996106 w 4590351"/>
              <a:gd name="connsiteY2" fmla="*/ 4608001 h 4608001"/>
              <a:gd name="connsiteX3" fmla="*/ 0 w 4590351"/>
              <a:gd name="connsiteY3" fmla="*/ 2599563 h 4608001"/>
              <a:gd name="connsiteX4" fmla="*/ 2594013 w 4590351"/>
              <a:gd name="connsiteY4" fmla="*/ 0 h 460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0351" h="4608001">
                <a:moveTo>
                  <a:pt x="2594013" y="0"/>
                </a:moveTo>
                <a:cubicBezTo>
                  <a:pt x="3441549" y="0"/>
                  <a:pt x="4590351" y="593591"/>
                  <a:pt x="4590351" y="2008438"/>
                </a:cubicBezTo>
                <a:cubicBezTo>
                  <a:pt x="4590351" y="3423285"/>
                  <a:pt x="3341590" y="4608001"/>
                  <a:pt x="1996106" y="4608001"/>
                </a:cubicBezTo>
                <a:cubicBezTo>
                  <a:pt x="1148570" y="4608001"/>
                  <a:pt x="0" y="4014409"/>
                  <a:pt x="0" y="2599563"/>
                </a:cubicBezTo>
                <a:cubicBezTo>
                  <a:pt x="0" y="1184716"/>
                  <a:pt x="1248530" y="0"/>
                  <a:pt x="2594013"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1679949725"/>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4 col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2" y="4572000"/>
            <a:ext cx="2057806" cy="1240775"/>
          </a:xfrm>
        </p:spPr>
        <p:txBody>
          <a:bodyPr/>
          <a:lstStyle>
            <a:lvl1pPr>
              <a:spcAft>
                <a:spcPts val="0"/>
              </a:spcAft>
              <a:defRPr sz="1200"/>
            </a:lvl1pPr>
            <a:lvl2pPr>
              <a:defRPr sz="1200"/>
            </a:lvl2pPr>
            <a:lvl3pPr>
              <a:defRPr sz="1200"/>
            </a:lvl3pPr>
            <a:lvl4pPr>
              <a:defRPr sz="1200"/>
            </a:lvl4pPr>
            <a:lvl5pPr>
              <a:defRPr sz="12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
        <p:nvSpPr>
          <p:cNvPr id="7" name="Content Placeholder 2">
            <a:extLst>
              <a:ext uri="{FF2B5EF4-FFF2-40B4-BE49-F238E27FC236}">
                <a16:creationId xmlns:a16="http://schemas.microsoft.com/office/drawing/2014/main" id="{25D492EE-12A8-CE9A-393F-AB1931A7FB00}"/>
              </a:ext>
            </a:extLst>
          </p:cNvPr>
          <p:cNvSpPr>
            <a:spLocks noGrp="1"/>
          </p:cNvSpPr>
          <p:nvPr>
            <p:ph idx="14"/>
          </p:nvPr>
        </p:nvSpPr>
        <p:spPr>
          <a:xfrm>
            <a:off x="2782888" y="4572000"/>
            <a:ext cx="2057806" cy="1244599"/>
          </a:xfrm>
        </p:spPr>
        <p:txBody>
          <a:bodyPr/>
          <a:lstStyle>
            <a:lvl1pPr>
              <a:spcAft>
                <a:spcPts val="0"/>
              </a:spcAft>
              <a:defRPr sz="1200"/>
            </a:lvl1pPr>
            <a:lvl2pPr>
              <a:defRPr sz="1200"/>
            </a:lvl2pPr>
            <a:lvl3pPr>
              <a:defRPr sz="1200"/>
            </a:lvl3pPr>
            <a:lvl4pPr>
              <a:defRPr sz="1200"/>
            </a:lvl4pPr>
            <a:lvl5pPr>
              <a:defRPr sz="12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Content Placeholder 2">
            <a:extLst>
              <a:ext uri="{FF2B5EF4-FFF2-40B4-BE49-F238E27FC236}">
                <a16:creationId xmlns:a16="http://schemas.microsoft.com/office/drawing/2014/main" id="{ABBE926A-F221-DD15-5B78-91E532DEBC4E}"/>
              </a:ext>
            </a:extLst>
          </p:cNvPr>
          <p:cNvSpPr>
            <a:spLocks noGrp="1"/>
          </p:cNvSpPr>
          <p:nvPr>
            <p:ph idx="15"/>
          </p:nvPr>
        </p:nvSpPr>
        <p:spPr>
          <a:xfrm>
            <a:off x="5065714" y="4568175"/>
            <a:ext cx="2066924" cy="1244600"/>
          </a:xfrm>
        </p:spPr>
        <p:txBody>
          <a:bodyPr/>
          <a:lstStyle>
            <a:lvl1pPr>
              <a:spcAft>
                <a:spcPts val="0"/>
              </a:spcAft>
              <a:defRPr sz="1200"/>
            </a:lvl1pPr>
            <a:lvl2pPr>
              <a:defRPr sz="1200"/>
            </a:lvl2pPr>
            <a:lvl3pPr>
              <a:defRPr sz="1200"/>
            </a:lvl3pPr>
            <a:lvl4pPr>
              <a:defRPr sz="1200"/>
            </a:lvl4pPr>
            <a:lvl5pPr>
              <a:defRPr sz="12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2">
            <a:extLst>
              <a:ext uri="{FF2B5EF4-FFF2-40B4-BE49-F238E27FC236}">
                <a16:creationId xmlns:a16="http://schemas.microsoft.com/office/drawing/2014/main" id="{7B9AA64A-989D-9C63-C0A5-1DCD0253166D}"/>
              </a:ext>
            </a:extLst>
          </p:cNvPr>
          <p:cNvSpPr>
            <a:spLocks noGrp="1"/>
          </p:cNvSpPr>
          <p:nvPr>
            <p:ph idx="16"/>
          </p:nvPr>
        </p:nvSpPr>
        <p:spPr>
          <a:xfrm>
            <a:off x="7357658" y="4568175"/>
            <a:ext cx="2057806" cy="1248425"/>
          </a:xfrm>
        </p:spPr>
        <p:txBody>
          <a:bodyPr/>
          <a:lstStyle>
            <a:lvl1pPr>
              <a:spcAft>
                <a:spcPts val="0"/>
              </a:spcAft>
              <a:defRPr sz="1200"/>
            </a:lvl1pPr>
            <a:lvl2pPr>
              <a:defRPr sz="1200"/>
            </a:lvl2pPr>
            <a:lvl3pPr>
              <a:defRPr sz="1200"/>
            </a:lvl3pPr>
            <a:lvl4pPr>
              <a:defRPr sz="1200"/>
            </a:lvl4pPr>
            <a:lvl5pPr>
              <a:defRPr sz="12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Picture Placeholder 10">
            <a:extLst>
              <a:ext uri="{FF2B5EF4-FFF2-40B4-BE49-F238E27FC236}">
                <a16:creationId xmlns:a16="http://schemas.microsoft.com/office/drawing/2014/main" id="{D517F780-6BCD-FE9C-FA6E-0C96AD01A272}"/>
              </a:ext>
            </a:extLst>
          </p:cNvPr>
          <p:cNvSpPr>
            <a:spLocks noGrp="1" noChangeAspect="1"/>
          </p:cNvSpPr>
          <p:nvPr>
            <p:ph type="pic" sz="quarter" idx="19"/>
          </p:nvPr>
        </p:nvSpPr>
        <p:spPr>
          <a:xfrm>
            <a:off x="2782888" y="2159000"/>
            <a:ext cx="2008279" cy="2016000"/>
          </a:xfrm>
          <a:custGeom>
            <a:avLst/>
            <a:gdLst>
              <a:gd name="connsiteX0" fmla="*/ 2594013 w 4590351"/>
              <a:gd name="connsiteY0" fmla="*/ 0 h 4608001"/>
              <a:gd name="connsiteX1" fmla="*/ 4590351 w 4590351"/>
              <a:gd name="connsiteY1" fmla="*/ 2008438 h 4608001"/>
              <a:gd name="connsiteX2" fmla="*/ 1996106 w 4590351"/>
              <a:gd name="connsiteY2" fmla="*/ 4608001 h 4608001"/>
              <a:gd name="connsiteX3" fmla="*/ 0 w 4590351"/>
              <a:gd name="connsiteY3" fmla="*/ 2599563 h 4608001"/>
              <a:gd name="connsiteX4" fmla="*/ 2594013 w 4590351"/>
              <a:gd name="connsiteY4" fmla="*/ 0 h 460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0351" h="4608001">
                <a:moveTo>
                  <a:pt x="2594013" y="0"/>
                </a:moveTo>
                <a:cubicBezTo>
                  <a:pt x="3441549" y="0"/>
                  <a:pt x="4590351" y="593591"/>
                  <a:pt x="4590351" y="2008438"/>
                </a:cubicBezTo>
                <a:cubicBezTo>
                  <a:pt x="4590351" y="3423285"/>
                  <a:pt x="3341590" y="4608001"/>
                  <a:pt x="1996106" y="4608001"/>
                </a:cubicBezTo>
                <a:cubicBezTo>
                  <a:pt x="1148570" y="4608001"/>
                  <a:pt x="0" y="4014409"/>
                  <a:pt x="0" y="2599563"/>
                </a:cubicBezTo>
                <a:cubicBezTo>
                  <a:pt x="0" y="1184716"/>
                  <a:pt x="1248530" y="0"/>
                  <a:pt x="2594013"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12" name="Picture Placeholder 11">
            <a:extLst>
              <a:ext uri="{FF2B5EF4-FFF2-40B4-BE49-F238E27FC236}">
                <a16:creationId xmlns:a16="http://schemas.microsoft.com/office/drawing/2014/main" id="{56ECDF3D-E557-08BB-619D-BEC62FDEED1F}"/>
              </a:ext>
            </a:extLst>
          </p:cNvPr>
          <p:cNvSpPr>
            <a:spLocks noGrp="1" noChangeAspect="1"/>
          </p:cNvSpPr>
          <p:nvPr>
            <p:ph type="pic" sz="quarter" idx="17"/>
          </p:nvPr>
        </p:nvSpPr>
        <p:spPr>
          <a:xfrm>
            <a:off x="501650" y="2159000"/>
            <a:ext cx="2008279" cy="2016000"/>
          </a:xfrm>
          <a:custGeom>
            <a:avLst/>
            <a:gdLst>
              <a:gd name="connsiteX0" fmla="*/ 1247712 w 2868970"/>
              <a:gd name="connsiteY0" fmla="*/ 0 h 2880001"/>
              <a:gd name="connsiteX1" fmla="*/ 2868970 w 2868970"/>
              <a:gd name="connsiteY1" fmla="*/ 1624727 h 2880001"/>
              <a:gd name="connsiteX2" fmla="*/ 1621403 w 2868970"/>
              <a:gd name="connsiteY2" fmla="*/ 2880001 h 2880001"/>
              <a:gd name="connsiteX3" fmla="*/ 0 w 2868970"/>
              <a:gd name="connsiteY3" fmla="*/ 1255274 h 2880001"/>
              <a:gd name="connsiteX4" fmla="*/ 1247712 w 2868970"/>
              <a:gd name="connsiteY4" fmla="*/ 0 h 288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8970" h="2880001">
                <a:moveTo>
                  <a:pt x="1247712" y="0"/>
                </a:moveTo>
                <a:cubicBezTo>
                  <a:pt x="2088639" y="0"/>
                  <a:pt x="2868970" y="740448"/>
                  <a:pt x="2868970" y="1624727"/>
                </a:cubicBezTo>
                <a:cubicBezTo>
                  <a:pt x="2868970" y="2509006"/>
                  <a:pt x="2151114" y="2880001"/>
                  <a:pt x="1621403" y="2880001"/>
                </a:cubicBezTo>
                <a:cubicBezTo>
                  <a:pt x="780476" y="2880001"/>
                  <a:pt x="0" y="2139553"/>
                  <a:pt x="0" y="1255274"/>
                </a:cubicBezTo>
                <a:cubicBezTo>
                  <a:pt x="0" y="370994"/>
                  <a:pt x="718002" y="0"/>
                  <a:pt x="1247712"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13" name="Picture Placeholder 12">
            <a:extLst>
              <a:ext uri="{FF2B5EF4-FFF2-40B4-BE49-F238E27FC236}">
                <a16:creationId xmlns:a16="http://schemas.microsoft.com/office/drawing/2014/main" id="{B4649EEA-D647-953A-71E5-C950FBCD8982}"/>
              </a:ext>
            </a:extLst>
          </p:cNvPr>
          <p:cNvSpPr>
            <a:spLocks noGrp="1" noChangeAspect="1"/>
          </p:cNvSpPr>
          <p:nvPr>
            <p:ph type="pic" sz="quarter" idx="20"/>
          </p:nvPr>
        </p:nvSpPr>
        <p:spPr>
          <a:xfrm>
            <a:off x="5065713" y="2159000"/>
            <a:ext cx="2008279" cy="2016000"/>
          </a:xfrm>
          <a:custGeom>
            <a:avLst/>
            <a:gdLst>
              <a:gd name="connsiteX0" fmla="*/ 1247712 w 2868970"/>
              <a:gd name="connsiteY0" fmla="*/ 0 h 2880001"/>
              <a:gd name="connsiteX1" fmla="*/ 2868970 w 2868970"/>
              <a:gd name="connsiteY1" fmla="*/ 1624727 h 2880001"/>
              <a:gd name="connsiteX2" fmla="*/ 1621403 w 2868970"/>
              <a:gd name="connsiteY2" fmla="*/ 2880001 h 2880001"/>
              <a:gd name="connsiteX3" fmla="*/ 0 w 2868970"/>
              <a:gd name="connsiteY3" fmla="*/ 1255274 h 2880001"/>
              <a:gd name="connsiteX4" fmla="*/ 1247712 w 2868970"/>
              <a:gd name="connsiteY4" fmla="*/ 0 h 288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8970" h="2880001">
                <a:moveTo>
                  <a:pt x="1247712" y="0"/>
                </a:moveTo>
                <a:cubicBezTo>
                  <a:pt x="2088639" y="0"/>
                  <a:pt x="2868970" y="740448"/>
                  <a:pt x="2868970" y="1624727"/>
                </a:cubicBezTo>
                <a:cubicBezTo>
                  <a:pt x="2868970" y="2509006"/>
                  <a:pt x="2151114" y="2880001"/>
                  <a:pt x="1621403" y="2880001"/>
                </a:cubicBezTo>
                <a:cubicBezTo>
                  <a:pt x="780476" y="2880001"/>
                  <a:pt x="0" y="2139553"/>
                  <a:pt x="0" y="1255274"/>
                </a:cubicBezTo>
                <a:cubicBezTo>
                  <a:pt x="0" y="370994"/>
                  <a:pt x="718002" y="0"/>
                  <a:pt x="1247712"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14" name="Picture Placeholder 13">
            <a:extLst>
              <a:ext uri="{FF2B5EF4-FFF2-40B4-BE49-F238E27FC236}">
                <a16:creationId xmlns:a16="http://schemas.microsoft.com/office/drawing/2014/main" id="{4567AA32-8DC4-14C9-FBAA-3DC64D71665C}"/>
              </a:ext>
            </a:extLst>
          </p:cNvPr>
          <p:cNvSpPr>
            <a:spLocks noGrp="1" noChangeAspect="1"/>
          </p:cNvSpPr>
          <p:nvPr>
            <p:ph type="pic" sz="quarter" idx="21"/>
          </p:nvPr>
        </p:nvSpPr>
        <p:spPr>
          <a:xfrm>
            <a:off x="7348538" y="2159000"/>
            <a:ext cx="2008279" cy="2016000"/>
          </a:xfrm>
          <a:custGeom>
            <a:avLst/>
            <a:gdLst>
              <a:gd name="connsiteX0" fmla="*/ 2594013 w 4590351"/>
              <a:gd name="connsiteY0" fmla="*/ 0 h 4608001"/>
              <a:gd name="connsiteX1" fmla="*/ 4590351 w 4590351"/>
              <a:gd name="connsiteY1" fmla="*/ 2008438 h 4608001"/>
              <a:gd name="connsiteX2" fmla="*/ 1996106 w 4590351"/>
              <a:gd name="connsiteY2" fmla="*/ 4608001 h 4608001"/>
              <a:gd name="connsiteX3" fmla="*/ 0 w 4590351"/>
              <a:gd name="connsiteY3" fmla="*/ 2599563 h 4608001"/>
              <a:gd name="connsiteX4" fmla="*/ 2594013 w 4590351"/>
              <a:gd name="connsiteY4" fmla="*/ 0 h 460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0351" h="4608001">
                <a:moveTo>
                  <a:pt x="2594013" y="0"/>
                </a:moveTo>
                <a:cubicBezTo>
                  <a:pt x="3441549" y="0"/>
                  <a:pt x="4590351" y="593591"/>
                  <a:pt x="4590351" y="2008438"/>
                </a:cubicBezTo>
                <a:cubicBezTo>
                  <a:pt x="4590351" y="3423285"/>
                  <a:pt x="3341590" y="4608001"/>
                  <a:pt x="1996106" y="4608001"/>
                </a:cubicBezTo>
                <a:cubicBezTo>
                  <a:pt x="1148570" y="4608001"/>
                  <a:pt x="0" y="4014409"/>
                  <a:pt x="0" y="2599563"/>
                </a:cubicBezTo>
                <a:cubicBezTo>
                  <a:pt x="0" y="1184716"/>
                  <a:pt x="1248530" y="0"/>
                  <a:pt x="2594013"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863298793"/>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text 8 Pictures Ov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5200" cy="676799"/>
          </a:xfrm>
        </p:spPr>
        <p:txBody>
          <a:bodyPr/>
          <a:lstStyle/>
          <a:p>
            <a:r>
              <a:rPr lang="en-US" dirty="0"/>
              <a:t>Click to edit Master title style</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11185525" cy="360000"/>
          </a:xfrm>
        </p:spPr>
        <p:txBody>
          <a:bodyPr/>
          <a:lstStyle>
            <a:lvl1pPr>
              <a:defRPr sz="2000"/>
            </a:lvl1pPr>
          </a:lstStyle>
          <a:p>
            <a:pPr lvl="0"/>
            <a:r>
              <a:rPr lang="en-US" dirty="0"/>
              <a:t>Click to edit Master text styles</a:t>
            </a:r>
          </a:p>
        </p:txBody>
      </p:sp>
      <p:sp>
        <p:nvSpPr>
          <p:cNvPr id="11" name="Picture Placeholder 10">
            <a:extLst>
              <a:ext uri="{FF2B5EF4-FFF2-40B4-BE49-F238E27FC236}">
                <a16:creationId xmlns:a16="http://schemas.microsoft.com/office/drawing/2014/main" id="{D517F780-6BCD-FE9C-FA6E-0C96AD01A272}"/>
              </a:ext>
            </a:extLst>
          </p:cNvPr>
          <p:cNvSpPr>
            <a:spLocks noGrp="1" noChangeAspect="1"/>
          </p:cNvSpPr>
          <p:nvPr>
            <p:ph type="pic" sz="quarter" idx="19"/>
          </p:nvPr>
        </p:nvSpPr>
        <p:spPr>
          <a:xfrm>
            <a:off x="2782888" y="2159000"/>
            <a:ext cx="1291037" cy="1296000"/>
          </a:xfrm>
          <a:custGeom>
            <a:avLst/>
            <a:gdLst>
              <a:gd name="connsiteX0" fmla="*/ 2594013 w 4590351"/>
              <a:gd name="connsiteY0" fmla="*/ 0 h 4608001"/>
              <a:gd name="connsiteX1" fmla="*/ 4590351 w 4590351"/>
              <a:gd name="connsiteY1" fmla="*/ 2008438 h 4608001"/>
              <a:gd name="connsiteX2" fmla="*/ 1996106 w 4590351"/>
              <a:gd name="connsiteY2" fmla="*/ 4608001 h 4608001"/>
              <a:gd name="connsiteX3" fmla="*/ 0 w 4590351"/>
              <a:gd name="connsiteY3" fmla="*/ 2599563 h 4608001"/>
              <a:gd name="connsiteX4" fmla="*/ 2594013 w 4590351"/>
              <a:gd name="connsiteY4" fmla="*/ 0 h 460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0351" h="4608001">
                <a:moveTo>
                  <a:pt x="2594013" y="0"/>
                </a:moveTo>
                <a:cubicBezTo>
                  <a:pt x="3441549" y="0"/>
                  <a:pt x="4590351" y="593591"/>
                  <a:pt x="4590351" y="2008438"/>
                </a:cubicBezTo>
                <a:cubicBezTo>
                  <a:pt x="4590351" y="3423285"/>
                  <a:pt x="3341590" y="4608001"/>
                  <a:pt x="1996106" y="4608001"/>
                </a:cubicBezTo>
                <a:cubicBezTo>
                  <a:pt x="1148570" y="4608001"/>
                  <a:pt x="0" y="4014409"/>
                  <a:pt x="0" y="2599563"/>
                </a:cubicBezTo>
                <a:cubicBezTo>
                  <a:pt x="0" y="1184716"/>
                  <a:pt x="1248530" y="0"/>
                  <a:pt x="2594013"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12" name="Picture Placeholder 11">
            <a:extLst>
              <a:ext uri="{FF2B5EF4-FFF2-40B4-BE49-F238E27FC236}">
                <a16:creationId xmlns:a16="http://schemas.microsoft.com/office/drawing/2014/main" id="{56ECDF3D-E557-08BB-619D-BEC62FDEED1F}"/>
              </a:ext>
            </a:extLst>
          </p:cNvPr>
          <p:cNvSpPr>
            <a:spLocks noGrp="1" noChangeAspect="1"/>
          </p:cNvSpPr>
          <p:nvPr>
            <p:ph type="pic" sz="quarter" idx="17"/>
          </p:nvPr>
        </p:nvSpPr>
        <p:spPr>
          <a:xfrm>
            <a:off x="501650" y="2159000"/>
            <a:ext cx="1291037" cy="1296000"/>
          </a:xfrm>
          <a:custGeom>
            <a:avLst/>
            <a:gdLst>
              <a:gd name="connsiteX0" fmla="*/ 1247712 w 2868970"/>
              <a:gd name="connsiteY0" fmla="*/ 0 h 2880001"/>
              <a:gd name="connsiteX1" fmla="*/ 2868970 w 2868970"/>
              <a:gd name="connsiteY1" fmla="*/ 1624727 h 2880001"/>
              <a:gd name="connsiteX2" fmla="*/ 1621403 w 2868970"/>
              <a:gd name="connsiteY2" fmla="*/ 2880001 h 2880001"/>
              <a:gd name="connsiteX3" fmla="*/ 0 w 2868970"/>
              <a:gd name="connsiteY3" fmla="*/ 1255274 h 2880001"/>
              <a:gd name="connsiteX4" fmla="*/ 1247712 w 2868970"/>
              <a:gd name="connsiteY4" fmla="*/ 0 h 288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8970" h="2880001">
                <a:moveTo>
                  <a:pt x="1247712" y="0"/>
                </a:moveTo>
                <a:cubicBezTo>
                  <a:pt x="2088639" y="0"/>
                  <a:pt x="2868970" y="740448"/>
                  <a:pt x="2868970" y="1624727"/>
                </a:cubicBezTo>
                <a:cubicBezTo>
                  <a:pt x="2868970" y="2509006"/>
                  <a:pt x="2151114" y="2880001"/>
                  <a:pt x="1621403" y="2880001"/>
                </a:cubicBezTo>
                <a:cubicBezTo>
                  <a:pt x="780476" y="2880001"/>
                  <a:pt x="0" y="2139553"/>
                  <a:pt x="0" y="1255274"/>
                </a:cubicBezTo>
                <a:cubicBezTo>
                  <a:pt x="0" y="370994"/>
                  <a:pt x="718002" y="0"/>
                  <a:pt x="1247712"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13" name="Picture Placeholder 12">
            <a:extLst>
              <a:ext uri="{FF2B5EF4-FFF2-40B4-BE49-F238E27FC236}">
                <a16:creationId xmlns:a16="http://schemas.microsoft.com/office/drawing/2014/main" id="{B4649EEA-D647-953A-71E5-C950FBCD8982}"/>
              </a:ext>
            </a:extLst>
          </p:cNvPr>
          <p:cNvSpPr>
            <a:spLocks noGrp="1" noChangeAspect="1"/>
          </p:cNvSpPr>
          <p:nvPr>
            <p:ph type="pic" sz="quarter" idx="20"/>
          </p:nvPr>
        </p:nvSpPr>
        <p:spPr>
          <a:xfrm>
            <a:off x="5065713" y="2159000"/>
            <a:ext cx="1291037" cy="1296000"/>
          </a:xfrm>
          <a:custGeom>
            <a:avLst/>
            <a:gdLst>
              <a:gd name="connsiteX0" fmla="*/ 1247712 w 2868970"/>
              <a:gd name="connsiteY0" fmla="*/ 0 h 2880001"/>
              <a:gd name="connsiteX1" fmla="*/ 2868970 w 2868970"/>
              <a:gd name="connsiteY1" fmla="*/ 1624727 h 2880001"/>
              <a:gd name="connsiteX2" fmla="*/ 1621403 w 2868970"/>
              <a:gd name="connsiteY2" fmla="*/ 2880001 h 2880001"/>
              <a:gd name="connsiteX3" fmla="*/ 0 w 2868970"/>
              <a:gd name="connsiteY3" fmla="*/ 1255274 h 2880001"/>
              <a:gd name="connsiteX4" fmla="*/ 1247712 w 2868970"/>
              <a:gd name="connsiteY4" fmla="*/ 0 h 288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8970" h="2880001">
                <a:moveTo>
                  <a:pt x="1247712" y="0"/>
                </a:moveTo>
                <a:cubicBezTo>
                  <a:pt x="2088639" y="0"/>
                  <a:pt x="2868970" y="740448"/>
                  <a:pt x="2868970" y="1624727"/>
                </a:cubicBezTo>
                <a:cubicBezTo>
                  <a:pt x="2868970" y="2509006"/>
                  <a:pt x="2151114" y="2880001"/>
                  <a:pt x="1621403" y="2880001"/>
                </a:cubicBezTo>
                <a:cubicBezTo>
                  <a:pt x="780476" y="2880001"/>
                  <a:pt x="0" y="2139553"/>
                  <a:pt x="0" y="1255274"/>
                </a:cubicBezTo>
                <a:cubicBezTo>
                  <a:pt x="0" y="370994"/>
                  <a:pt x="718002" y="0"/>
                  <a:pt x="1247712"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14" name="Picture Placeholder 13">
            <a:extLst>
              <a:ext uri="{FF2B5EF4-FFF2-40B4-BE49-F238E27FC236}">
                <a16:creationId xmlns:a16="http://schemas.microsoft.com/office/drawing/2014/main" id="{4567AA32-8DC4-14C9-FBAA-3DC64D71665C}"/>
              </a:ext>
            </a:extLst>
          </p:cNvPr>
          <p:cNvSpPr>
            <a:spLocks noGrp="1" noChangeAspect="1"/>
          </p:cNvSpPr>
          <p:nvPr>
            <p:ph type="pic" sz="quarter" idx="21"/>
          </p:nvPr>
        </p:nvSpPr>
        <p:spPr>
          <a:xfrm>
            <a:off x="7348538" y="2159000"/>
            <a:ext cx="1291037" cy="1296000"/>
          </a:xfrm>
          <a:custGeom>
            <a:avLst/>
            <a:gdLst>
              <a:gd name="connsiteX0" fmla="*/ 2594013 w 4590351"/>
              <a:gd name="connsiteY0" fmla="*/ 0 h 4608001"/>
              <a:gd name="connsiteX1" fmla="*/ 4590351 w 4590351"/>
              <a:gd name="connsiteY1" fmla="*/ 2008438 h 4608001"/>
              <a:gd name="connsiteX2" fmla="*/ 1996106 w 4590351"/>
              <a:gd name="connsiteY2" fmla="*/ 4608001 h 4608001"/>
              <a:gd name="connsiteX3" fmla="*/ 0 w 4590351"/>
              <a:gd name="connsiteY3" fmla="*/ 2599563 h 4608001"/>
              <a:gd name="connsiteX4" fmla="*/ 2594013 w 4590351"/>
              <a:gd name="connsiteY4" fmla="*/ 0 h 460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0351" h="4608001">
                <a:moveTo>
                  <a:pt x="2594013" y="0"/>
                </a:moveTo>
                <a:cubicBezTo>
                  <a:pt x="3441549" y="0"/>
                  <a:pt x="4590351" y="593591"/>
                  <a:pt x="4590351" y="2008438"/>
                </a:cubicBezTo>
                <a:cubicBezTo>
                  <a:pt x="4590351" y="3423285"/>
                  <a:pt x="3341590" y="4608001"/>
                  <a:pt x="1996106" y="4608001"/>
                </a:cubicBezTo>
                <a:cubicBezTo>
                  <a:pt x="1148570" y="4608001"/>
                  <a:pt x="0" y="4014409"/>
                  <a:pt x="0" y="2599563"/>
                </a:cubicBezTo>
                <a:cubicBezTo>
                  <a:pt x="0" y="1184716"/>
                  <a:pt x="1248530" y="0"/>
                  <a:pt x="2594013"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16" name="Text Placeholder 15">
            <a:extLst>
              <a:ext uri="{FF2B5EF4-FFF2-40B4-BE49-F238E27FC236}">
                <a16:creationId xmlns:a16="http://schemas.microsoft.com/office/drawing/2014/main" id="{99744ECF-008E-6725-D2D8-425C0D672963}"/>
              </a:ext>
            </a:extLst>
          </p:cNvPr>
          <p:cNvSpPr>
            <a:spLocks noGrp="1"/>
          </p:cNvSpPr>
          <p:nvPr>
            <p:ph type="body" sz="quarter" idx="22"/>
          </p:nvPr>
        </p:nvSpPr>
        <p:spPr>
          <a:xfrm>
            <a:off x="501650" y="3605212"/>
            <a:ext cx="2065338" cy="432000"/>
          </a:xfrm>
        </p:spPr>
        <p:txBody>
          <a:bodyPr/>
          <a:lstStyle>
            <a:lvl1pPr>
              <a:spcAft>
                <a:spcPts val="0"/>
              </a:spcAft>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7" name="Text Placeholder 15">
            <a:extLst>
              <a:ext uri="{FF2B5EF4-FFF2-40B4-BE49-F238E27FC236}">
                <a16:creationId xmlns:a16="http://schemas.microsoft.com/office/drawing/2014/main" id="{66A5BA8F-5C5E-F2D5-B666-37D386F80084}"/>
              </a:ext>
            </a:extLst>
          </p:cNvPr>
          <p:cNvSpPr>
            <a:spLocks noGrp="1"/>
          </p:cNvSpPr>
          <p:nvPr>
            <p:ph type="body" sz="quarter" idx="23"/>
          </p:nvPr>
        </p:nvSpPr>
        <p:spPr>
          <a:xfrm>
            <a:off x="2782888" y="3605212"/>
            <a:ext cx="2065338" cy="432000"/>
          </a:xfrm>
        </p:spPr>
        <p:txBody>
          <a:bodyPr/>
          <a:lstStyle>
            <a:lvl1pPr>
              <a:spcAft>
                <a:spcPts val="0"/>
              </a:spcAft>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Text Placeholder 15">
            <a:extLst>
              <a:ext uri="{FF2B5EF4-FFF2-40B4-BE49-F238E27FC236}">
                <a16:creationId xmlns:a16="http://schemas.microsoft.com/office/drawing/2014/main" id="{3362FC3F-8643-1603-420A-CFEC757150AE}"/>
              </a:ext>
            </a:extLst>
          </p:cNvPr>
          <p:cNvSpPr>
            <a:spLocks noGrp="1"/>
          </p:cNvSpPr>
          <p:nvPr>
            <p:ph type="body" sz="quarter" idx="24"/>
          </p:nvPr>
        </p:nvSpPr>
        <p:spPr>
          <a:xfrm>
            <a:off x="5067300" y="3605212"/>
            <a:ext cx="2065338" cy="432000"/>
          </a:xfrm>
        </p:spPr>
        <p:txBody>
          <a:bodyPr/>
          <a:lstStyle>
            <a:lvl1pPr>
              <a:spcAft>
                <a:spcPts val="0"/>
              </a:spcAft>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Text Placeholder 15">
            <a:extLst>
              <a:ext uri="{FF2B5EF4-FFF2-40B4-BE49-F238E27FC236}">
                <a16:creationId xmlns:a16="http://schemas.microsoft.com/office/drawing/2014/main" id="{D14BE13C-8780-D036-77D2-DB0195A1E810}"/>
              </a:ext>
            </a:extLst>
          </p:cNvPr>
          <p:cNvSpPr>
            <a:spLocks noGrp="1"/>
          </p:cNvSpPr>
          <p:nvPr>
            <p:ph type="body" sz="quarter" idx="25"/>
          </p:nvPr>
        </p:nvSpPr>
        <p:spPr>
          <a:xfrm>
            <a:off x="7351712" y="3605212"/>
            <a:ext cx="2065338" cy="432000"/>
          </a:xfrm>
        </p:spPr>
        <p:txBody>
          <a:bodyPr/>
          <a:lstStyle>
            <a:lvl1pPr>
              <a:spcAft>
                <a:spcPts val="0"/>
              </a:spcAft>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8" name="Picture Placeholder 10">
            <a:extLst>
              <a:ext uri="{FF2B5EF4-FFF2-40B4-BE49-F238E27FC236}">
                <a16:creationId xmlns:a16="http://schemas.microsoft.com/office/drawing/2014/main" id="{8995D420-0DBF-87C9-08E7-CAF64F7E5C10}"/>
              </a:ext>
            </a:extLst>
          </p:cNvPr>
          <p:cNvSpPr>
            <a:spLocks noGrp="1" noChangeAspect="1"/>
          </p:cNvSpPr>
          <p:nvPr>
            <p:ph type="pic" sz="quarter" idx="26"/>
          </p:nvPr>
        </p:nvSpPr>
        <p:spPr>
          <a:xfrm>
            <a:off x="2782888" y="4132800"/>
            <a:ext cx="1291037" cy="1296000"/>
          </a:xfrm>
          <a:custGeom>
            <a:avLst/>
            <a:gdLst>
              <a:gd name="connsiteX0" fmla="*/ 2594013 w 4590351"/>
              <a:gd name="connsiteY0" fmla="*/ 0 h 4608001"/>
              <a:gd name="connsiteX1" fmla="*/ 4590351 w 4590351"/>
              <a:gd name="connsiteY1" fmla="*/ 2008438 h 4608001"/>
              <a:gd name="connsiteX2" fmla="*/ 1996106 w 4590351"/>
              <a:gd name="connsiteY2" fmla="*/ 4608001 h 4608001"/>
              <a:gd name="connsiteX3" fmla="*/ 0 w 4590351"/>
              <a:gd name="connsiteY3" fmla="*/ 2599563 h 4608001"/>
              <a:gd name="connsiteX4" fmla="*/ 2594013 w 4590351"/>
              <a:gd name="connsiteY4" fmla="*/ 0 h 460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0351" h="4608001">
                <a:moveTo>
                  <a:pt x="2594013" y="0"/>
                </a:moveTo>
                <a:cubicBezTo>
                  <a:pt x="3441549" y="0"/>
                  <a:pt x="4590351" y="593591"/>
                  <a:pt x="4590351" y="2008438"/>
                </a:cubicBezTo>
                <a:cubicBezTo>
                  <a:pt x="4590351" y="3423285"/>
                  <a:pt x="3341590" y="4608001"/>
                  <a:pt x="1996106" y="4608001"/>
                </a:cubicBezTo>
                <a:cubicBezTo>
                  <a:pt x="1148570" y="4608001"/>
                  <a:pt x="0" y="4014409"/>
                  <a:pt x="0" y="2599563"/>
                </a:cubicBezTo>
                <a:cubicBezTo>
                  <a:pt x="0" y="1184716"/>
                  <a:pt x="1248530" y="0"/>
                  <a:pt x="2594013"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29" name="Picture Placeholder 11">
            <a:extLst>
              <a:ext uri="{FF2B5EF4-FFF2-40B4-BE49-F238E27FC236}">
                <a16:creationId xmlns:a16="http://schemas.microsoft.com/office/drawing/2014/main" id="{7295FD2A-7FF2-1395-7E1B-FB339FCF41D9}"/>
              </a:ext>
            </a:extLst>
          </p:cNvPr>
          <p:cNvSpPr>
            <a:spLocks noGrp="1" noChangeAspect="1"/>
          </p:cNvSpPr>
          <p:nvPr>
            <p:ph type="pic" sz="quarter" idx="27"/>
          </p:nvPr>
        </p:nvSpPr>
        <p:spPr>
          <a:xfrm>
            <a:off x="501650" y="4132800"/>
            <a:ext cx="1291037" cy="1296000"/>
          </a:xfrm>
          <a:custGeom>
            <a:avLst/>
            <a:gdLst>
              <a:gd name="connsiteX0" fmla="*/ 1247712 w 2868970"/>
              <a:gd name="connsiteY0" fmla="*/ 0 h 2880001"/>
              <a:gd name="connsiteX1" fmla="*/ 2868970 w 2868970"/>
              <a:gd name="connsiteY1" fmla="*/ 1624727 h 2880001"/>
              <a:gd name="connsiteX2" fmla="*/ 1621403 w 2868970"/>
              <a:gd name="connsiteY2" fmla="*/ 2880001 h 2880001"/>
              <a:gd name="connsiteX3" fmla="*/ 0 w 2868970"/>
              <a:gd name="connsiteY3" fmla="*/ 1255274 h 2880001"/>
              <a:gd name="connsiteX4" fmla="*/ 1247712 w 2868970"/>
              <a:gd name="connsiteY4" fmla="*/ 0 h 288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8970" h="2880001">
                <a:moveTo>
                  <a:pt x="1247712" y="0"/>
                </a:moveTo>
                <a:cubicBezTo>
                  <a:pt x="2088639" y="0"/>
                  <a:pt x="2868970" y="740448"/>
                  <a:pt x="2868970" y="1624727"/>
                </a:cubicBezTo>
                <a:cubicBezTo>
                  <a:pt x="2868970" y="2509006"/>
                  <a:pt x="2151114" y="2880001"/>
                  <a:pt x="1621403" y="2880001"/>
                </a:cubicBezTo>
                <a:cubicBezTo>
                  <a:pt x="780476" y="2880001"/>
                  <a:pt x="0" y="2139553"/>
                  <a:pt x="0" y="1255274"/>
                </a:cubicBezTo>
                <a:cubicBezTo>
                  <a:pt x="0" y="370994"/>
                  <a:pt x="718002" y="0"/>
                  <a:pt x="1247712"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30" name="Picture Placeholder 12">
            <a:extLst>
              <a:ext uri="{FF2B5EF4-FFF2-40B4-BE49-F238E27FC236}">
                <a16:creationId xmlns:a16="http://schemas.microsoft.com/office/drawing/2014/main" id="{E211108E-FB7D-8C9B-A0C7-32E82935DEAB}"/>
              </a:ext>
            </a:extLst>
          </p:cNvPr>
          <p:cNvSpPr>
            <a:spLocks noGrp="1" noChangeAspect="1"/>
          </p:cNvSpPr>
          <p:nvPr>
            <p:ph type="pic" sz="quarter" idx="28"/>
          </p:nvPr>
        </p:nvSpPr>
        <p:spPr>
          <a:xfrm>
            <a:off x="5065713" y="4132800"/>
            <a:ext cx="1291037" cy="1296000"/>
          </a:xfrm>
          <a:custGeom>
            <a:avLst/>
            <a:gdLst>
              <a:gd name="connsiteX0" fmla="*/ 1247712 w 2868970"/>
              <a:gd name="connsiteY0" fmla="*/ 0 h 2880001"/>
              <a:gd name="connsiteX1" fmla="*/ 2868970 w 2868970"/>
              <a:gd name="connsiteY1" fmla="*/ 1624727 h 2880001"/>
              <a:gd name="connsiteX2" fmla="*/ 1621403 w 2868970"/>
              <a:gd name="connsiteY2" fmla="*/ 2880001 h 2880001"/>
              <a:gd name="connsiteX3" fmla="*/ 0 w 2868970"/>
              <a:gd name="connsiteY3" fmla="*/ 1255274 h 2880001"/>
              <a:gd name="connsiteX4" fmla="*/ 1247712 w 2868970"/>
              <a:gd name="connsiteY4" fmla="*/ 0 h 288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8970" h="2880001">
                <a:moveTo>
                  <a:pt x="1247712" y="0"/>
                </a:moveTo>
                <a:cubicBezTo>
                  <a:pt x="2088639" y="0"/>
                  <a:pt x="2868970" y="740448"/>
                  <a:pt x="2868970" y="1624727"/>
                </a:cubicBezTo>
                <a:cubicBezTo>
                  <a:pt x="2868970" y="2509006"/>
                  <a:pt x="2151114" y="2880001"/>
                  <a:pt x="1621403" y="2880001"/>
                </a:cubicBezTo>
                <a:cubicBezTo>
                  <a:pt x="780476" y="2880001"/>
                  <a:pt x="0" y="2139553"/>
                  <a:pt x="0" y="1255274"/>
                </a:cubicBezTo>
                <a:cubicBezTo>
                  <a:pt x="0" y="370994"/>
                  <a:pt x="718002" y="0"/>
                  <a:pt x="1247712"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31" name="Picture Placeholder 13">
            <a:extLst>
              <a:ext uri="{FF2B5EF4-FFF2-40B4-BE49-F238E27FC236}">
                <a16:creationId xmlns:a16="http://schemas.microsoft.com/office/drawing/2014/main" id="{3343D7ED-2E04-2793-1C57-2CF8B5A5F094}"/>
              </a:ext>
            </a:extLst>
          </p:cNvPr>
          <p:cNvSpPr>
            <a:spLocks noGrp="1" noChangeAspect="1"/>
          </p:cNvSpPr>
          <p:nvPr>
            <p:ph type="pic" sz="quarter" idx="29"/>
          </p:nvPr>
        </p:nvSpPr>
        <p:spPr>
          <a:xfrm>
            <a:off x="7348538" y="4132800"/>
            <a:ext cx="1291037" cy="1296000"/>
          </a:xfrm>
          <a:custGeom>
            <a:avLst/>
            <a:gdLst>
              <a:gd name="connsiteX0" fmla="*/ 2594013 w 4590351"/>
              <a:gd name="connsiteY0" fmla="*/ 0 h 4608001"/>
              <a:gd name="connsiteX1" fmla="*/ 4590351 w 4590351"/>
              <a:gd name="connsiteY1" fmla="*/ 2008438 h 4608001"/>
              <a:gd name="connsiteX2" fmla="*/ 1996106 w 4590351"/>
              <a:gd name="connsiteY2" fmla="*/ 4608001 h 4608001"/>
              <a:gd name="connsiteX3" fmla="*/ 0 w 4590351"/>
              <a:gd name="connsiteY3" fmla="*/ 2599563 h 4608001"/>
              <a:gd name="connsiteX4" fmla="*/ 2594013 w 4590351"/>
              <a:gd name="connsiteY4" fmla="*/ 0 h 460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0351" h="4608001">
                <a:moveTo>
                  <a:pt x="2594013" y="0"/>
                </a:moveTo>
                <a:cubicBezTo>
                  <a:pt x="3441549" y="0"/>
                  <a:pt x="4590351" y="593591"/>
                  <a:pt x="4590351" y="2008438"/>
                </a:cubicBezTo>
                <a:cubicBezTo>
                  <a:pt x="4590351" y="3423285"/>
                  <a:pt x="3341590" y="4608001"/>
                  <a:pt x="1996106" y="4608001"/>
                </a:cubicBezTo>
                <a:cubicBezTo>
                  <a:pt x="1148570" y="4608001"/>
                  <a:pt x="0" y="4014409"/>
                  <a:pt x="0" y="2599563"/>
                </a:cubicBezTo>
                <a:cubicBezTo>
                  <a:pt x="0" y="1184716"/>
                  <a:pt x="1248530" y="0"/>
                  <a:pt x="2594013" y="0"/>
                </a:cubicBezTo>
                <a:close/>
              </a:path>
            </a:pathLst>
          </a:custGeom>
          <a:solidFill>
            <a:schemeClr val="bg1">
              <a:lumMod val="95000"/>
            </a:schemeClr>
          </a:solidFill>
        </p:spPr>
        <p:txBody>
          <a:bodyPr wrap="square">
            <a:noAutofit/>
          </a:bodyPr>
          <a:lstStyle>
            <a:lvl1pPr algn="ctr">
              <a:defRPr sz="1000"/>
            </a:lvl1pPr>
          </a:lstStyle>
          <a:p>
            <a:r>
              <a:rPr lang="en-US"/>
              <a:t>Click icon to add picture</a:t>
            </a:r>
            <a:endParaRPr lang="en-GB"/>
          </a:p>
        </p:txBody>
      </p:sp>
      <p:sp>
        <p:nvSpPr>
          <p:cNvPr id="32" name="Text Placeholder 15">
            <a:extLst>
              <a:ext uri="{FF2B5EF4-FFF2-40B4-BE49-F238E27FC236}">
                <a16:creationId xmlns:a16="http://schemas.microsoft.com/office/drawing/2014/main" id="{4EFAD7D7-35A5-6FA6-1448-C2B7D9B54020}"/>
              </a:ext>
            </a:extLst>
          </p:cNvPr>
          <p:cNvSpPr>
            <a:spLocks noGrp="1"/>
          </p:cNvSpPr>
          <p:nvPr>
            <p:ph type="body" sz="quarter" idx="30"/>
          </p:nvPr>
        </p:nvSpPr>
        <p:spPr>
          <a:xfrm>
            <a:off x="501650" y="5508000"/>
            <a:ext cx="2065338" cy="432000"/>
          </a:xfrm>
        </p:spPr>
        <p:txBody>
          <a:bodyPr/>
          <a:lstStyle>
            <a:lvl1pPr>
              <a:spcAft>
                <a:spcPts val="0"/>
              </a:spcAft>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3" name="Text Placeholder 15">
            <a:extLst>
              <a:ext uri="{FF2B5EF4-FFF2-40B4-BE49-F238E27FC236}">
                <a16:creationId xmlns:a16="http://schemas.microsoft.com/office/drawing/2014/main" id="{46F36D86-DAA9-48F0-2F33-CEC0A487451D}"/>
              </a:ext>
            </a:extLst>
          </p:cNvPr>
          <p:cNvSpPr>
            <a:spLocks noGrp="1"/>
          </p:cNvSpPr>
          <p:nvPr>
            <p:ph type="body" sz="quarter" idx="31"/>
          </p:nvPr>
        </p:nvSpPr>
        <p:spPr>
          <a:xfrm>
            <a:off x="2782888" y="5508000"/>
            <a:ext cx="2065338" cy="432000"/>
          </a:xfrm>
        </p:spPr>
        <p:txBody>
          <a:bodyPr/>
          <a:lstStyle>
            <a:lvl1pPr>
              <a:spcAft>
                <a:spcPts val="0"/>
              </a:spcAft>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4" name="Text Placeholder 15">
            <a:extLst>
              <a:ext uri="{FF2B5EF4-FFF2-40B4-BE49-F238E27FC236}">
                <a16:creationId xmlns:a16="http://schemas.microsoft.com/office/drawing/2014/main" id="{CD611A1B-88B3-CB8F-B9C8-3D17DDD96E2A}"/>
              </a:ext>
            </a:extLst>
          </p:cNvPr>
          <p:cNvSpPr>
            <a:spLocks noGrp="1"/>
          </p:cNvSpPr>
          <p:nvPr>
            <p:ph type="body" sz="quarter" idx="32"/>
          </p:nvPr>
        </p:nvSpPr>
        <p:spPr>
          <a:xfrm>
            <a:off x="5067300" y="5508000"/>
            <a:ext cx="2065338" cy="432000"/>
          </a:xfrm>
        </p:spPr>
        <p:txBody>
          <a:bodyPr/>
          <a:lstStyle>
            <a:lvl1pPr>
              <a:spcAft>
                <a:spcPts val="0"/>
              </a:spcAft>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5" name="Text Placeholder 15">
            <a:extLst>
              <a:ext uri="{FF2B5EF4-FFF2-40B4-BE49-F238E27FC236}">
                <a16:creationId xmlns:a16="http://schemas.microsoft.com/office/drawing/2014/main" id="{51F3F460-27F4-3812-CD12-B84DC550374B}"/>
              </a:ext>
            </a:extLst>
          </p:cNvPr>
          <p:cNvSpPr>
            <a:spLocks noGrp="1"/>
          </p:cNvSpPr>
          <p:nvPr>
            <p:ph type="body" sz="quarter" idx="33"/>
          </p:nvPr>
        </p:nvSpPr>
        <p:spPr>
          <a:xfrm>
            <a:off x="7351712" y="5508000"/>
            <a:ext cx="2065338" cy="432000"/>
          </a:xfrm>
        </p:spPr>
        <p:txBody>
          <a:bodyPr/>
          <a:lstStyle>
            <a:lvl1pPr>
              <a:spcAft>
                <a:spcPts val="0"/>
              </a:spcAft>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29127456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Text and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6350"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4" y="2644775"/>
            <a:ext cx="4068000" cy="3168000"/>
          </a:xfrm>
        </p:spPr>
        <p:txBody>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4348163" cy="360000"/>
          </a:xfrm>
        </p:spPr>
        <p:txBody>
          <a:bodyPr/>
          <a:lstStyle>
            <a:lvl1pPr>
              <a:defRPr sz="2000"/>
            </a:lvl1pPr>
          </a:lstStyle>
          <a:p>
            <a:pPr lvl="0"/>
            <a:r>
              <a:rPr lang="en-US" dirty="0"/>
              <a:t>Click to edit Master text styles</a:t>
            </a:r>
          </a:p>
        </p:txBody>
      </p:sp>
      <p:sp>
        <p:nvSpPr>
          <p:cNvPr id="8" name="Chart Placeholder 7">
            <a:extLst>
              <a:ext uri="{FF2B5EF4-FFF2-40B4-BE49-F238E27FC236}">
                <a16:creationId xmlns:a16="http://schemas.microsoft.com/office/drawing/2014/main" id="{EA3F7C1F-5AA3-EDF5-9D6F-587235C14609}"/>
              </a:ext>
            </a:extLst>
          </p:cNvPr>
          <p:cNvSpPr>
            <a:spLocks noGrp="1"/>
          </p:cNvSpPr>
          <p:nvPr>
            <p:ph type="chart" sz="quarter" idx="14"/>
          </p:nvPr>
        </p:nvSpPr>
        <p:spPr>
          <a:xfrm>
            <a:off x="5065713" y="1396800"/>
            <a:ext cx="6616700" cy="4416625"/>
          </a:xfrm>
        </p:spPr>
        <p:txBody>
          <a:bodyPr/>
          <a:lstStyle>
            <a:lvl1pPr>
              <a:defRPr sz="1000"/>
            </a:lvl1pPr>
          </a:lstStyle>
          <a:p>
            <a:r>
              <a:rPr lang="en-US"/>
              <a:t>Click icon to add chart</a:t>
            </a:r>
            <a:endParaRPr lang="en-GB"/>
          </a:p>
        </p:txBody>
      </p:sp>
    </p:spTree>
    <p:extLst>
      <p:ext uri="{BB962C8B-B14F-4D97-AF65-F5344CB8AC3E}">
        <p14:creationId xmlns:p14="http://schemas.microsoft.com/office/powerpoint/2010/main" val="98580949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text and Chart - 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6350" cy="676799"/>
          </a:xfrm>
        </p:spPr>
        <p:txBody>
          <a:bodyPr/>
          <a:lstStyle>
            <a:lvl1pPr>
              <a:defRPr>
                <a:solidFill>
                  <a:schemeClr val="bg1"/>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4" y="2644775"/>
            <a:ext cx="4068000" cy="3168000"/>
          </a:xfrm>
        </p:spPr>
        <p:txBody>
          <a:bodyPr/>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lvl1pPr>
              <a:defRPr>
                <a:solidFill>
                  <a:schemeClr val="bg1"/>
                </a:solidFill>
              </a:defRPr>
            </a:lvl1pPr>
          </a:lstStyle>
          <a:p>
            <a:fld id="{BB64882F-EA33-4643-BF33-66F63659D0E5}" type="datetimeFigureOut">
              <a:rPr lang="en-GB" smtClean="0"/>
              <a:pPr/>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lvl1pPr>
              <a:defRPr>
                <a:solidFill>
                  <a:schemeClr val="bg1"/>
                </a:solidFill>
              </a:defRPr>
            </a:lvl1p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lvl1pPr>
              <a:defRPr>
                <a:solidFill>
                  <a:schemeClr val="bg1"/>
                </a:solidFill>
              </a:defRPr>
            </a:lvl1pPr>
          </a:lstStyle>
          <a:p>
            <a:fld id="{841E3E3A-E396-4196-B605-FF40E1BDE65D}" type="slidenum">
              <a:rPr lang="en-GB" smtClean="0"/>
              <a:pPr/>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4348163" cy="360000"/>
          </a:xfrm>
        </p:spPr>
        <p:txBody>
          <a:bodyPr/>
          <a:lstStyle>
            <a:lvl1pPr>
              <a:defRPr sz="2000">
                <a:solidFill>
                  <a:schemeClr val="bg1"/>
                </a:solidFill>
              </a:defRPr>
            </a:lvl1pPr>
          </a:lstStyle>
          <a:p>
            <a:pPr lvl="0"/>
            <a:r>
              <a:rPr lang="en-US" dirty="0"/>
              <a:t>Click to edit Master text styles</a:t>
            </a:r>
          </a:p>
        </p:txBody>
      </p:sp>
      <p:sp>
        <p:nvSpPr>
          <p:cNvPr id="8" name="Chart Placeholder 7">
            <a:extLst>
              <a:ext uri="{FF2B5EF4-FFF2-40B4-BE49-F238E27FC236}">
                <a16:creationId xmlns:a16="http://schemas.microsoft.com/office/drawing/2014/main" id="{EA3F7C1F-5AA3-EDF5-9D6F-587235C14609}"/>
              </a:ext>
            </a:extLst>
          </p:cNvPr>
          <p:cNvSpPr>
            <a:spLocks noGrp="1"/>
          </p:cNvSpPr>
          <p:nvPr>
            <p:ph type="chart" sz="quarter" idx="14"/>
          </p:nvPr>
        </p:nvSpPr>
        <p:spPr>
          <a:xfrm>
            <a:off x="5065713" y="1396800"/>
            <a:ext cx="6616700" cy="4416625"/>
          </a:xfrm>
        </p:spPr>
        <p:txBody>
          <a:bodyPr/>
          <a:lstStyle>
            <a:lvl1pPr>
              <a:defRPr sz="1000">
                <a:solidFill>
                  <a:schemeClr val="bg1"/>
                </a:solidFill>
              </a:defRPr>
            </a:lvl1pPr>
          </a:lstStyle>
          <a:p>
            <a:r>
              <a:rPr lang="en-US"/>
              <a:t>Click icon to add chart</a:t>
            </a:r>
            <a:endParaRPr lang="en-GB"/>
          </a:p>
        </p:txBody>
      </p:sp>
    </p:spTree>
    <p:extLst>
      <p:ext uri="{BB962C8B-B14F-4D97-AF65-F5344CB8AC3E}">
        <p14:creationId xmlns:p14="http://schemas.microsoft.com/office/powerpoint/2010/main" val="420839250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text and Chart - Turquois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6350" cy="676799"/>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4" y="2644775"/>
            <a:ext cx="4068000" cy="3168000"/>
          </a:xfrm>
        </p:spPr>
        <p:txBody>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p>
            <a:fld id="{841E3E3A-E396-4196-B605-FF40E1BDE65D}" type="slidenum">
              <a:rPr lang="en-GB" smtClean="0"/>
              <a:t>‹#›</a:t>
            </a:fld>
            <a:endParaRPr lang="en-GB"/>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4348163" cy="360000"/>
          </a:xfrm>
        </p:spPr>
        <p:txBody>
          <a:bodyPr/>
          <a:lstStyle>
            <a:lvl1pPr>
              <a:defRPr sz="2000"/>
            </a:lvl1pPr>
          </a:lstStyle>
          <a:p>
            <a:pPr lvl="0"/>
            <a:r>
              <a:rPr lang="en-US" dirty="0"/>
              <a:t>Click to edit Master text styles</a:t>
            </a:r>
          </a:p>
        </p:txBody>
      </p:sp>
      <p:sp>
        <p:nvSpPr>
          <p:cNvPr id="8" name="Chart Placeholder 7">
            <a:extLst>
              <a:ext uri="{FF2B5EF4-FFF2-40B4-BE49-F238E27FC236}">
                <a16:creationId xmlns:a16="http://schemas.microsoft.com/office/drawing/2014/main" id="{EA3F7C1F-5AA3-EDF5-9D6F-587235C14609}"/>
              </a:ext>
            </a:extLst>
          </p:cNvPr>
          <p:cNvSpPr>
            <a:spLocks noGrp="1"/>
          </p:cNvSpPr>
          <p:nvPr>
            <p:ph type="chart" sz="quarter" idx="14"/>
          </p:nvPr>
        </p:nvSpPr>
        <p:spPr>
          <a:xfrm>
            <a:off x="5065713" y="1396800"/>
            <a:ext cx="6616700" cy="4416625"/>
          </a:xfrm>
        </p:spPr>
        <p:txBody>
          <a:bodyPr/>
          <a:lstStyle>
            <a:lvl1pPr>
              <a:defRPr sz="1000"/>
            </a:lvl1pPr>
          </a:lstStyle>
          <a:p>
            <a:r>
              <a:rPr lang="en-US"/>
              <a:t>Click icon to add chart</a:t>
            </a:r>
            <a:endParaRPr lang="en-GB"/>
          </a:p>
        </p:txBody>
      </p:sp>
      <p:pic>
        <p:nvPicPr>
          <p:cNvPr id="7" name="Picture 6" descr="A blue letter in a white circle&#10;&#10;AI-generated content may be incorrect.">
            <a:extLst>
              <a:ext uri="{FF2B5EF4-FFF2-40B4-BE49-F238E27FC236}">
                <a16:creationId xmlns:a16="http://schemas.microsoft.com/office/drawing/2014/main" id="{138646CE-74A1-3201-E95A-6A8688FCEF2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800" y="5957189"/>
            <a:ext cx="540000" cy="540000"/>
          </a:xfrm>
          <a:prstGeom prst="rect">
            <a:avLst/>
          </a:prstGeom>
        </p:spPr>
      </p:pic>
    </p:spTree>
    <p:extLst>
      <p:ext uri="{BB962C8B-B14F-4D97-AF65-F5344CB8AC3E}">
        <p14:creationId xmlns:p14="http://schemas.microsoft.com/office/powerpoint/2010/main" val="23555978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text and Chart - Light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11186350" cy="676799"/>
          </a:xfrm>
        </p:spPr>
        <p:txBody>
          <a:bodyPr/>
          <a:lstStyle>
            <a:lvl1pPr>
              <a:defRPr>
                <a:solidFill>
                  <a:schemeClr val="bg1"/>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4" y="2644775"/>
            <a:ext cx="4068000" cy="3168000"/>
          </a:xfrm>
        </p:spPr>
        <p:txBody>
          <a:bodyPr/>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lvl1pPr>
              <a:defRPr>
                <a:solidFill>
                  <a:schemeClr val="bg1"/>
                </a:solidFill>
              </a:defRPr>
            </a:lvl1pPr>
          </a:lstStyle>
          <a:p>
            <a:fld id="{BB64882F-EA33-4643-BF33-66F63659D0E5}" type="datetimeFigureOut">
              <a:rPr lang="en-GB" smtClean="0"/>
              <a:pPr/>
              <a:t>24/02/2026</a:t>
            </a:fld>
            <a:endParaRPr lang="en-GB" dirty="0"/>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lvl1pPr>
              <a:defRPr>
                <a:solidFill>
                  <a:schemeClr val="bg1"/>
                </a:solidFill>
              </a:defRPr>
            </a:lvl1pPr>
          </a:lstStyle>
          <a:p>
            <a:fld id="{841E3E3A-E396-4196-B605-FF40E1BDE65D}" type="slidenum">
              <a:rPr lang="en-GB" smtClean="0"/>
              <a:pPr/>
              <a:t>‹#›</a:t>
            </a:fld>
            <a:endParaRPr lang="en-GB" dirty="0"/>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4348163" cy="360000"/>
          </a:xfrm>
        </p:spPr>
        <p:txBody>
          <a:bodyPr/>
          <a:lstStyle>
            <a:lvl1pPr>
              <a:defRPr sz="2000">
                <a:solidFill>
                  <a:schemeClr val="bg1"/>
                </a:solidFill>
              </a:defRPr>
            </a:lvl1pPr>
          </a:lstStyle>
          <a:p>
            <a:pPr lvl="0"/>
            <a:r>
              <a:rPr lang="en-US" dirty="0"/>
              <a:t>Click to edit Master text styles</a:t>
            </a:r>
          </a:p>
        </p:txBody>
      </p:sp>
      <p:sp>
        <p:nvSpPr>
          <p:cNvPr id="8" name="Chart Placeholder 7">
            <a:extLst>
              <a:ext uri="{FF2B5EF4-FFF2-40B4-BE49-F238E27FC236}">
                <a16:creationId xmlns:a16="http://schemas.microsoft.com/office/drawing/2014/main" id="{EA3F7C1F-5AA3-EDF5-9D6F-587235C14609}"/>
              </a:ext>
            </a:extLst>
          </p:cNvPr>
          <p:cNvSpPr>
            <a:spLocks noGrp="1"/>
          </p:cNvSpPr>
          <p:nvPr>
            <p:ph type="chart" sz="quarter" idx="14"/>
          </p:nvPr>
        </p:nvSpPr>
        <p:spPr>
          <a:xfrm>
            <a:off x="5065713" y="1396800"/>
            <a:ext cx="6616700" cy="4416625"/>
          </a:xfrm>
        </p:spPr>
        <p:txBody>
          <a:bodyPr/>
          <a:lstStyle>
            <a:lvl1pPr>
              <a:defRPr sz="1000"/>
            </a:lvl1pPr>
          </a:lstStyle>
          <a:p>
            <a:r>
              <a:rPr lang="en-US"/>
              <a:t>Click icon to add chart</a:t>
            </a:r>
            <a:endParaRPr lang="en-GB"/>
          </a:p>
        </p:txBody>
      </p:sp>
    </p:spTree>
    <p:extLst>
      <p:ext uri="{BB962C8B-B14F-4D97-AF65-F5344CB8AC3E}">
        <p14:creationId xmlns:p14="http://schemas.microsoft.com/office/powerpoint/2010/main" val="33723161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and Full picture">
    <p:bg>
      <p:bgPr>
        <a:solidFill>
          <a:schemeClr val="bg1">
            <a:lumMod val="95000"/>
          </a:schemeClr>
        </a:solidFill>
        <a:effectLst/>
      </p:bgPr>
    </p:bg>
    <p:spTree>
      <p:nvGrpSpPr>
        <p:cNvPr id="1" name=""/>
        <p:cNvGrpSpPr/>
        <p:nvPr/>
      </p:nvGrpSpPr>
      <p:grpSpPr>
        <a:xfrm>
          <a:off x="0" y="0"/>
          <a:ext cx="0" cy="0"/>
          <a:chOff x="0" y="0"/>
          <a:chExt cx="0" cy="0"/>
        </a:xfrm>
      </p:grpSpPr>
      <p:pic>
        <p:nvPicPr>
          <p:cNvPr id="8" name="Picture 7" descr="A blue letter in a white circle&#10;&#10;AI-generated content may be incorrect.">
            <a:extLst>
              <a:ext uri="{FF2B5EF4-FFF2-40B4-BE49-F238E27FC236}">
                <a16:creationId xmlns:a16="http://schemas.microsoft.com/office/drawing/2014/main" id="{355D0C0C-2ED0-FB05-898C-8B673342CC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800" y="5957189"/>
            <a:ext cx="540000" cy="540000"/>
          </a:xfrm>
          <a:prstGeom prst="rect">
            <a:avLst/>
          </a:prstGeom>
        </p:spPr>
      </p:pic>
      <p:sp>
        <p:nvSpPr>
          <p:cNvPr id="2" name="Title 1">
            <a:extLst>
              <a:ext uri="{FF2B5EF4-FFF2-40B4-BE49-F238E27FC236}">
                <a16:creationId xmlns:a16="http://schemas.microsoft.com/office/drawing/2014/main" id="{95C1065E-F8B1-A66B-E073-3840150D1C6D}"/>
              </a:ext>
            </a:extLst>
          </p:cNvPr>
          <p:cNvSpPr>
            <a:spLocks noGrp="1"/>
          </p:cNvSpPr>
          <p:nvPr>
            <p:ph type="title"/>
          </p:nvPr>
        </p:nvSpPr>
        <p:spPr>
          <a:xfrm>
            <a:off x="504000" y="720001"/>
            <a:ext cx="5489574" cy="676799"/>
          </a:xfrm>
        </p:spPr>
        <p:txBody>
          <a:bodyPr/>
          <a:lstStyle>
            <a:lvl1pPr>
              <a:defRPr>
                <a:solidFill>
                  <a:schemeClr val="bg1"/>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F57E38-6FAA-C1DC-F11C-3E74056AEBB1}"/>
              </a:ext>
            </a:extLst>
          </p:cNvPr>
          <p:cNvSpPr>
            <a:spLocks noGrp="1"/>
          </p:cNvSpPr>
          <p:nvPr>
            <p:ph idx="1"/>
          </p:nvPr>
        </p:nvSpPr>
        <p:spPr>
          <a:xfrm>
            <a:off x="509181" y="2644775"/>
            <a:ext cx="4340631" cy="31680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11F21A54-96DF-6E1D-04FB-0BA316F7D573}"/>
              </a:ext>
            </a:extLst>
          </p:cNvPr>
          <p:cNvSpPr>
            <a:spLocks noGrp="1"/>
          </p:cNvSpPr>
          <p:nvPr>
            <p:ph type="dt" sz="half" idx="10"/>
          </p:nvPr>
        </p:nvSpPr>
        <p:spPr/>
        <p:txBody>
          <a:bodyPr/>
          <a:lstStyle>
            <a:lvl1pPr>
              <a:defRPr>
                <a:solidFill>
                  <a:schemeClr val="bg1"/>
                </a:solidFill>
              </a:defRPr>
            </a:lvl1pPr>
          </a:lstStyle>
          <a:p>
            <a:fld id="{BB64882F-EA33-4643-BF33-66F63659D0E5}" type="datetimeFigureOut">
              <a:rPr lang="en-GB" smtClean="0"/>
              <a:pPr/>
              <a:t>24/02/2026</a:t>
            </a:fld>
            <a:endParaRPr lang="en-GB" dirty="0"/>
          </a:p>
        </p:txBody>
      </p:sp>
      <p:sp>
        <p:nvSpPr>
          <p:cNvPr id="5" name="Footer Placeholder 4">
            <a:extLst>
              <a:ext uri="{FF2B5EF4-FFF2-40B4-BE49-F238E27FC236}">
                <a16:creationId xmlns:a16="http://schemas.microsoft.com/office/drawing/2014/main" id="{14CD4044-F45F-0DB4-A55A-5681A12584EE}"/>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90A704DF-1EF2-2AE8-1B06-921B231BB0EF}"/>
              </a:ext>
            </a:extLst>
          </p:cNvPr>
          <p:cNvSpPr>
            <a:spLocks noGrp="1"/>
          </p:cNvSpPr>
          <p:nvPr>
            <p:ph type="sldNum" sz="quarter" idx="12"/>
          </p:nvPr>
        </p:nvSpPr>
        <p:spPr/>
        <p:txBody>
          <a:bodyPr/>
          <a:lstStyle>
            <a:lvl1pPr>
              <a:defRPr>
                <a:solidFill>
                  <a:schemeClr val="bg1"/>
                </a:solidFill>
              </a:defRPr>
            </a:lvl1pPr>
          </a:lstStyle>
          <a:p>
            <a:fld id="{841E3E3A-E396-4196-B605-FF40E1BDE65D}" type="slidenum">
              <a:rPr lang="en-GB" smtClean="0"/>
              <a:pPr/>
              <a:t>‹#›</a:t>
            </a:fld>
            <a:endParaRPr lang="en-GB" dirty="0"/>
          </a:p>
        </p:txBody>
      </p:sp>
      <p:sp>
        <p:nvSpPr>
          <p:cNvPr id="10" name="Text Placeholder 9">
            <a:extLst>
              <a:ext uri="{FF2B5EF4-FFF2-40B4-BE49-F238E27FC236}">
                <a16:creationId xmlns:a16="http://schemas.microsoft.com/office/drawing/2014/main" id="{43841CCC-58C8-1664-788E-ED7665255119}"/>
              </a:ext>
            </a:extLst>
          </p:cNvPr>
          <p:cNvSpPr>
            <a:spLocks noGrp="1"/>
          </p:cNvSpPr>
          <p:nvPr>
            <p:ph type="body" sz="quarter" idx="13"/>
          </p:nvPr>
        </p:nvSpPr>
        <p:spPr>
          <a:xfrm>
            <a:off x="501650" y="1396800"/>
            <a:ext cx="5489575" cy="360000"/>
          </a:xfrm>
        </p:spPr>
        <p:txBody>
          <a:bodyPr/>
          <a:lstStyle>
            <a:lvl1pPr>
              <a:defRPr sz="200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178086348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D315-00CB-8A2C-AF60-4590E25A60A6}"/>
              </a:ext>
            </a:extLst>
          </p:cNvPr>
          <p:cNvSpPr>
            <a:spLocks noGrp="1"/>
          </p:cNvSpPr>
          <p:nvPr>
            <p:ph type="title"/>
          </p:nvPr>
        </p:nvSpPr>
        <p:spPr>
          <a:xfrm>
            <a:off x="7132638" y="1188000"/>
            <a:ext cx="4557712" cy="4628600"/>
          </a:xfrm>
        </p:spPr>
        <p:txBody>
          <a:bodyPr anchor="ctr"/>
          <a:lstStyle>
            <a:lvl1pPr>
              <a:defRPr sz="4800">
                <a:solidFill>
                  <a:schemeClr val="bg1"/>
                </a:solidFill>
              </a:defRPr>
            </a:lvl1pPr>
          </a:lstStyle>
          <a:p>
            <a:r>
              <a:rPr lang="en-US" dirty="0"/>
              <a:t>Click to edit Master title style</a:t>
            </a:r>
            <a:endParaRPr lang="en-GB" dirty="0"/>
          </a:p>
        </p:txBody>
      </p:sp>
      <p:sp>
        <p:nvSpPr>
          <p:cNvPr id="8" name="Text Placeholder 7">
            <a:extLst>
              <a:ext uri="{FF2B5EF4-FFF2-40B4-BE49-F238E27FC236}">
                <a16:creationId xmlns:a16="http://schemas.microsoft.com/office/drawing/2014/main" id="{35B72DD1-4268-C00B-3983-86AA7023621B}"/>
              </a:ext>
            </a:extLst>
          </p:cNvPr>
          <p:cNvSpPr>
            <a:spLocks noGrp="1"/>
          </p:cNvSpPr>
          <p:nvPr>
            <p:ph type="body" sz="quarter" idx="13" hasCustomPrompt="1"/>
          </p:nvPr>
        </p:nvSpPr>
        <p:spPr>
          <a:xfrm>
            <a:off x="501650" y="1188000"/>
            <a:ext cx="4348163" cy="4628600"/>
          </a:xfrm>
        </p:spPr>
        <p:txBody>
          <a:bodyPr anchor="ctr"/>
          <a:lstStyle>
            <a:lvl1pPr>
              <a:defRPr sz="24700" spc="-400" baseline="0">
                <a:solidFill>
                  <a:schemeClr val="bg1"/>
                </a:solidFill>
                <a:latin typeface="PP Pangram Sans Semibold Smbold" pitchFamily="2" charset="0"/>
              </a:defRPr>
            </a:lvl1pPr>
          </a:lstStyle>
          <a:p>
            <a:pPr lvl="0"/>
            <a:r>
              <a:rPr lang="en-GB" dirty="0"/>
              <a:t>00</a:t>
            </a:r>
          </a:p>
        </p:txBody>
      </p:sp>
      <p:pic>
        <p:nvPicPr>
          <p:cNvPr id="9" name="Picture 8" descr="A blue letter in a white circle&#10;&#10;AI-generated content may be incorrect.">
            <a:extLst>
              <a:ext uri="{FF2B5EF4-FFF2-40B4-BE49-F238E27FC236}">
                <a16:creationId xmlns:a16="http://schemas.microsoft.com/office/drawing/2014/main" id="{B309B2EA-E796-C648-D68E-A6C4A56BD0E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2800" y="5957189"/>
            <a:ext cx="540000" cy="540000"/>
          </a:xfrm>
          <a:prstGeom prst="rect">
            <a:avLst/>
          </a:prstGeom>
        </p:spPr>
      </p:pic>
    </p:spTree>
    <p:extLst>
      <p:ext uri="{BB962C8B-B14F-4D97-AF65-F5344CB8AC3E}">
        <p14:creationId xmlns:p14="http://schemas.microsoft.com/office/powerpoint/2010/main" val="2684953327"/>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D315-00CB-8A2C-AF60-4590E25A60A6}"/>
              </a:ext>
            </a:extLst>
          </p:cNvPr>
          <p:cNvSpPr>
            <a:spLocks noGrp="1"/>
          </p:cNvSpPr>
          <p:nvPr>
            <p:ph type="title"/>
          </p:nvPr>
        </p:nvSpPr>
        <p:spPr>
          <a:xfrm>
            <a:off x="7132638" y="1187998"/>
            <a:ext cx="4557712" cy="4628601"/>
          </a:xfrm>
        </p:spPr>
        <p:txBody>
          <a:bodyPr anchor="ctr"/>
          <a:lstStyle>
            <a:lvl1pPr>
              <a:defRPr sz="4800">
                <a:solidFill>
                  <a:schemeClr val="bg1"/>
                </a:solidFill>
              </a:defRPr>
            </a:lvl1pPr>
          </a:lstStyle>
          <a:p>
            <a:r>
              <a:rPr lang="en-US" dirty="0"/>
              <a:t>Click to edit Master title style</a:t>
            </a:r>
            <a:endParaRPr lang="en-GB" dirty="0"/>
          </a:p>
        </p:txBody>
      </p:sp>
      <p:sp>
        <p:nvSpPr>
          <p:cNvPr id="8" name="Text Placeholder 7">
            <a:extLst>
              <a:ext uri="{FF2B5EF4-FFF2-40B4-BE49-F238E27FC236}">
                <a16:creationId xmlns:a16="http://schemas.microsoft.com/office/drawing/2014/main" id="{35B72DD1-4268-C00B-3983-86AA7023621B}"/>
              </a:ext>
            </a:extLst>
          </p:cNvPr>
          <p:cNvSpPr>
            <a:spLocks noGrp="1"/>
          </p:cNvSpPr>
          <p:nvPr>
            <p:ph type="body" sz="quarter" idx="13" hasCustomPrompt="1"/>
          </p:nvPr>
        </p:nvSpPr>
        <p:spPr>
          <a:xfrm>
            <a:off x="501650" y="1188000"/>
            <a:ext cx="4348163" cy="4628600"/>
          </a:xfrm>
        </p:spPr>
        <p:txBody>
          <a:bodyPr anchor="ctr"/>
          <a:lstStyle>
            <a:lvl1pPr>
              <a:defRPr sz="24700" spc="-400" baseline="0">
                <a:solidFill>
                  <a:schemeClr val="bg1"/>
                </a:solidFill>
                <a:latin typeface="PP Pangram Sans Semibold Smbold" pitchFamily="2" charset="0"/>
              </a:defRPr>
            </a:lvl1pPr>
          </a:lstStyle>
          <a:p>
            <a:pPr lvl="0"/>
            <a:r>
              <a:rPr lang="en-GB" dirty="0"/>
              <a:t>00</a:t>
            </a:r>
          </a:p>
        </p:txBody>
      </p:sp>
    </p:spTree>
    <p:extLst>
      <p:ext uri="{BB962C8B-B14F-4D97-AF65-F5344CB8AC3E}">
        <p14:creationId xmlns:p14="http://schemas.microsoft.com/office/powerpoint/2010/main" val="2236439180"/>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Head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D315-00CB-8A2C-AF60-4590E25A60A6}"/>
              </a:ext>
            </a:extLst>
          </p:cNvPr>
          <p:cNvSpPr>
            <a:spLocks noGrp="1"/>
          </p:cNvSpPr>
          <p:nvPr>
            <p:ph type="title"/>
          </p:nvPr>
        </p:nvSpPr>
        <p:spPr>
          <a:xfrm>
            <a:off x="7132638" y="1187016"/>
            <a:ext cx="4557712" cy="4629584"/>
          </a:xfrm>
        </p:spPr>
        <p:txBody>
          <a:bodyPr anchor="ctr"/>
          <a:lstStyle>
            <a:lvl1pPr>
              <a:defRPr sz="4800">
                <a:solidFill>
                  <a:schemeClr val="bg1"/>
                </a:solidFill>
              </a:defRPr>
            </a:lvl1pPr>
          </a:lstStyle>
          <a:p>
            <a:r>
              <a:rPr lang="en-US" dirty="0"/>
              <a:t>Click to edit Master title style</a:t>
            </a:r>
            <a:endParaRPr lang="en-GB" dirty="0"/>
          </a:p>
        </p:txBody>
      </p:sp>
      <p:sp>
        <p:nvSpPr>
          <p:cNvPr id="8" name="Text Placeholder 7">
            <a:extLst>
              <a:ext uri="{FF2B5EF4-FFF2-40B4-BE49-F238E27FC236}">
                <a16:creationId xmlns:a16="http://schemas.microsoft.com/office/drawing/2014/main" id="{35B72DD1-4268-C00B-3983-86AA7023621B}"/>
              </a:ext>
            </a:extLst>
          </p:cNvPr>
          <p:cNvSpPr>
            <a:spLocks noGrp="1"/>
          </p:cNvSpPr>
          <p:nvPr>
            <p:ph type="body" sz="quarter" idx="13" hasCustomPrompt="1"/>
          </p:nvPr>
        </p:nvSpPr>
        <p:spPr>
          <a:xfrm>
            <a:off x="501650" y="1187016"/>
            <a:ext cx="4348163" cy="4629584"/>
          </a:xfrm>
        </p:spPr>
        <p:txBody>
          <a:bodyPr anchor="ctr"/>
          <a:lstStyle>
            <a:lvl1pPr>
              <a:defRPr sz="24700" spc="-400" baseline="0">
                <a:solidFill>
                  <a:schemeClr val="tx2"/>
                </a:solidFill>
                <a:latin typeface="PP Pangram Sans Semibold Smbold" pitchFamily="2" charset="0"/>
              </a:defRPr>
            </a:lvl1pPr>
          </a:lstStyle>
          <a:p>
            <a:pPr lvl="0"/>
            <a:r>
              <a:rPr lang="en-GB" dirty="0"/>
              <a:t>00</a:t>
            </a:r>
          </a:p>
        </p:txBody>
      </p:sp>
    </p:spTree>
    <p:extLst>
      <p:ext uri="{BB962C8B-B14F-4D97-AF65-F5344CB8AC3E}">
        <p14:creationId xmlns:p14="http://schemas.microsoft.com/office/powerpoint/2010/main" val="2058084148"/>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Logo">
            <a:extLst>
              <a:ext uri="{FF2B5EF4-FFF2-40B4-BE49-F238E27FC236}">
                <a16:creationId xmlns:a16="http://schemas.microsoft.com/office/drawing/2014/main" id="{4B892802-BA84-C9BA-B488-9DAC466C8049}"/>
              </a:ext>
            </a:extLst>
          </p:cNvPr>
          <p:cNvSpPr>
            <a:spLocks noGrp="1" noChangeAspect="1"/>
          </p:cNvSpPr>
          <p:nvPr>
            <p:ph type="body" sz="quarter" idx="14" hasCustomPrompt="1"/>
          </p:nvPr>
        </p:nvSpPr>
        <p:spPr>
          <a:xfrm>
            <a:off x="501650" y="356707"/>
            <a:ext cx="3729600" cy="980936"/>
          </a:xfrm>
          <a:blipFill>
            <a:blip r:embed="rId3"/>
            <a:stretch>
              <a:fillRect/>
            </a:stretch>
          </a:blipFill>
        </p:spPr>
        <p:txBody>
          <a:bodyPr/>
          <a:lstStyle>
            <a:lvl1pPr>
              <a:defRPr/>
            </a:lvl1pPr>
          </a:lstStyle>
          <a:p>
            <a:pPr lvl="0"/>
            <a:r>
              <a:rPr lang="en-GB" dirty="0"/>
              <a:t> </a:t>
            </a:r>
          </a:p>
        </p:txBody>
      </p:sp>
      <p:sp>
        <p:nvSpPr>
          <p:cNvPr id="12" name="Text Placeholder 11">
            <a:extLst>
              <a:ext uri="{FF2B5EF4-FFF2-40B4-BE49-F238E27FC236}">
                <a16:creationId xmlns:a16="http://schemas.microsoft.com/office/drawing/2014/main" id="{F2EB288A-C6B5-8C8F-5A48-2ABC43123CE7}"/>
              </a:ext>
            </a:extLst>
          </p:cNvPr>
          <p:cNvSpPr>
            <a:spLocks noGrp="1"/>
          </p:cNvSpPr>
          <p:nvPr>
            <p:ph type="body" sz="quarter" idx="10"/>
          </p:nvPr>
        </p:nvSpPr>
        <p:spPr>
          <a:xfrm>
            <a:off x="501649" y="2644775"/>
            <a:ext cx="3200401" cy="2053225"/>
          </a:xfrm>
        </p:spPr>
        <p:txBody>
          <a:bodyPr anchor="t" anchorCtr="0"/>
          <a:lstStyle>
            <a:lvl1pPr>
              <a:spcAft>
                <a:spcPts val="0"/>
              </a:spcAft>
              <a:defRPr sz="1600">
                <a:solidFill>
                  <a:schemeClr val="bg1"/>
                </a:solidFill>
              </a:defRPr>
            </a:lvl1pPr>
            <a:lvl2pPr>
              <a:defRPr sz="1600">
                <a:solidFill>
                  <a:schemeClr val="bg1"/>
                </a:solidFill>
                <a:latin typeface="PP Pangram Sans Semibold Smbold" pitchFamily="2" charset="0"/>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4" name="Text Placeholder 11">
            <a:extLst>
              <a:ext uri="{FF2B5EF4-FFF2-40B4-BE49-F238E27FC236}">
                <a16:creationId xmlns:a16="http://schemas.microsoft.com/office/drawing/2014/main" id="{1AEDC24D-0838-CAA2-7412-9EC57DAEA7F9}"/>
              </a:ext>
            </a:extLst>
          </p:cNvPr>
          <p:cNvSpPr>
            <a:spLocks noGrp="1"/>
          </p:cNvSpPr>
          <p:nvPr>
            <p:ph type="body" sz="quarter" idx="11"/>
          </p:nvPr>
        </p:nvSpPr>
        <p:spPr>
          <a:xfrm>
            <a:off x="501650" y="4697479"/>
            <a:ext cx="2281238" cy="1800000"/>
          </a:xfrm>
        </p:spPr>
        <p:txBody>
          <a:bodyPr anchor="b"/>
          <a:lstStyle>
            <a:lvl1pPr>
              <a:spcAft>
                <a:spcPts val="0"/>
              </a:spcAft>
              <a:defRPr sz="1600">
                <a:solidFill>
                  <a:schemeClr val="bg1"/>
                </a:solidFill>
              </a:defRPr>
            </a:lvl1pPr>
            <a:lvl2pPr>
              <a:defRPr sz="1600">
                <a:solidFill>
                  <a:schemeClr val="bg1"/>
                </a:solidFill>
                <a:latin typeface="PP Pangram Sans Semibold Smbold" pitchFamily="2" charset="0"/>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5" name="Text Placeholder 11">
            <a:extLst>
              <a:ext uri="{FF2B5EF4-FFF2-40B4-BE49-F238E27FC236}">
                <a16:creationId xmlns:a16="http://schemas.microsoft.com/office/drawing/2014/main" id="{3B7A7A41-534C-DB6E-3A0B-10394BA7E598}"/>
              </a:ext>
            </a:extLst>
          </p:cNvPr>
          <p:cNvSpPr>
            <a:spLocks noGrp="1"/>
          </p:cNvSpPr>
          <p:nvPr>
            <p:ph type="body" sz="quarter" idx="12"/>
          </p:nvPr>
        </p:nvSpPr>
        <p:spPr>
          <a:xfrm>
            <a:off x="4495799" y="4697479"/>
            <a:ext cx="2809461" cy="1800000"/>
          </a:xfrm>
        </p:spPr>
        <p:txBody>
          <a:bodyPr anchor="b"/>
          <a:lstStyle>
            <a:lvl1pPr>
              <a:spcAft>
                <a:spcPts val="0"/>
              </a:spcAft>
              <a:defRPr sz="1600">
                <a:solidFill>
                  <a:schemeClr val="bg1"/>
                </a:solidFill>
              </a:defRPr>
            </a:lvl1pPr>
            <a:lvl2pPr>
              <a:defRPr sz="1600">
                <a:solidFill>
                  <a:schemeClr val="bg1"/>
                </a:solidFill>
                <a:latin typeface="PP Pangram Sans Semibold Smbold" pitchFamily="2" charset="0"/>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Text Placeholder 11">
            <a:extLst>
              <a:ext uri="{FF2B5EF4-FFF2-40B4-BE49-F238E27FC236}">
                <a16:creationId xmlns:a16="http://schemas.microsoft.com/office/drawing/2014/main" id="{2C36FCF1-77E6-A022-3962-7DECBA890570}"/>
              </a:ext>
            </a:extLst>
          </p:cNvPr>
          <p:cNvSpPr>
            <a:spLocks noGrp="1"/>
          </p:cNvSpPr>
          <p:nvPr>
            <p:ph type="body" sz="quarter" idx="13"/>
          </p:nvPr>
        </p:nvSpPr>
        <p:spPr>
          <a:xfrm>
            <a:off x="8489949" y="4697479"/>
            <a:ext cx="2281238" cy="1800000"/>
          </a:xfrm>
        </p:spPr>
        <p:txBody>
          <a:bodyPr anchor="b"/>
          <a:lstStyle>
            <a:lvl1pPr>
              <a:spcAft>
                <a:spcPts val="0"/>
              </a:spcAft>
              <a:defRPr sz="1600">
                <a:solidFill>
                  <a:schemeClr val="bg1"/>
                </a:solidFill>
              </a:defRPr>
            </a:lvl1pPr>
            <a:lvl2pPr>
              <a:defRPr sz="1600">
                <a:solidFill>
                  <a:schemeClr val="bg1"/>
                </a:solidFill>
                <a:latin typeface="PP Pangram Sans Semibold Smbold" pitchFamily="2" charset="0"/>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91832790"/>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01B94-7725-8FBE-719C-DDB768F072C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7224CE6-24A3-7CD8-657D-6080900007E5}"/>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4" name="Footer Placeholder 3">
            <a:extLst>
              <a:ext uri="{FF2B5EF4-FFF2-40B4-BE49-F238E27FC236}">
                <a16:creationId xmlns:a16="http://schemas.microsoft.com/office/drawing/2014/main" id="{504CAF25-6365-31D0-B400-AA935F8D8BD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8B9EEBC-11FA-034A-AFDD-A38C21B9DBFA}"/>
              </a:ext>
            </a:extLst>
          </p:cNvPr>
          <p:cNvSpPr>
            <a:spLocks noGrp="1"/>
          </p:cNvSpPr>
          <p:nvPr>
            <p:ph type="sldNum" sz="quarter" idx="12"/>
          </p:nvPr>
        </p:nvSpPr>
        <p:spPr/>
        <p:txBody>
          <a:bodyPr/>
          <a:lstStyle/>
          <a:p>
            <a:fld id="{841E3E3A-E396-4196-B605-FF40E1BDE65D}" type="slidenum">
              <a:rPr lang="en-GB" smtClean="0"/>
              <a:t>‹#›</a:t>
            </a:fld>
            <a:endParaRPr lang="en-GB"/>
          </a:p>
        </p:txBody>
      </p:sp>
    </p:spTree>
    <p:extLst>
      <p:ext uri="{BB962C8B-B14F-4D97-AF65-F5344CB8AC3E}">
        <p14:creationId xmlns:p14="http://schemas.microsoft.com/office/powerpoint/2010/main" val="512849472"/>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A81D50-1D4E-CF02-1750-AE16E2062A75}"/>
              </a:ext>
            </a:extLst>
          </p:cNvPr>
          <p:cNvSpPr>
            <a:spLocks noGrp="1"/>
          </p:cNvSpPr>
          <p:nvPr>
            <p:ph type="dt" sz="half" idx="10"/>
          </p:nvPr>
        </p:nvSpPr>
        <p:spPr/>
        <p:txBody>
          <a:bodyPr/>
          <a:lstStyle/>
          <a:p>
            <a:fld id="{BB64882F-EA33-4643-BF33-66F63659D0E5}" type="datetimeFigureOut">
              <a:rPr lang="en-GB" smtClean="0"/>
              <a:t>24/02/2026</a:t>
            </a:fld>
            <a:endParaRPr lang="en-GB"/>
          </a:p>
        </p:txBody>
      </p:sp>
      <p:sp>
        <p:nvSpPr>
          <p:cNvPr id="3" name="Footer Placeholder 2">
            <a:extLst>
              <a:ext uri="{FF2B5EF4-FFF2-40B4-BE49-F238E27FC236}">
                <a16:creationId xmlns:a16="http://schemas.microsoft.com/office/drawing/2014/main" id="{7C7AC757-208B-7DC6-7514-4FAA6D0E848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9C640FB-D3E6-2B49-80AD-E860F04B6D3A}"/>
              </a:ext>
            </a:extLst>
          </p:cNvPr>
          <p:cNvSpPr>
            <a:spLocks noGrp="1"/>
          </p:cNvSpPr>
          <p:nvPr>
            <p:ph type="sldNum" sz="quarter" idx="12"/>
          </p:nvPr>
        </p:nvSpPr>
        <p:spPr/>
        <p:txBody>
          <a:bodyPr/>
          <a:lstStyle/>
          <a:p>
            <a:fld id="{841E3E3A-E396-4196-B605-FF40E1BDE65D}" type="slidenum">
              <a:rPr lang="en-GB" smtClean="0"/>
              <a:t>‹#›</a:t>
            </a:fld>
            <a:endParaRPr lang="en-GB"/>
          </a:p>
        </p:txBody>
      </p:sp>
    </p:spTree>
    <p:extLst>
      <p:ext uri="{BB962C8B-B14F-4D97-AF65-F5344CB8AC3E}">
        <p14:creationId xmlns:p14="http://schemas.microsoft.com/office/powerpoint/2010/main" val="306561278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2F7F92-DD87-752E-54EC-C2BA21E8382F}"/>
              </a:ext>
            </a:extLst>
          </p:cNvPr>
          <p:cNvSpPr>
            <a:spLocks noGrp="1"/>
          </p:cNvSpPr>
          <p:nvPr>
            <p:ph type="title"/>
          </p:nvPr>
        </p:nvSpPr>
        <p:spPr>
          <a:xfrm>
            <a:off x="504000" y="720001"/>
            <a:ext cx="11185200" cy="6768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C13BA666-B5E2-6EAA-0E1F-82DCCFF35E98}"/>
              </a:ext>
            </a:extLst>
          </p:cNvPr>
          <p:cNvSpPr>
            <a:spLocks noGrp="1"/>
          </p:cNvSpPr>
          <p:nvPr>
            <p:ph type="body" idx="1"/>
          </p:nvPr>
        </p:nvSpPr>
        <p:spPr>
          <a:xfrm>
            <a:off x="509183" y="2644775"/>
            <a:ext cx="11185199" cy="316800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98A975BF-A802-74F1-6A05-93728D910987}"/>
              </a:ext>
            </a:extLst>
          </p:cNvPr>
          <p:cNvSpPr>
            <a:spLocks noGrp="1"/>
          </p:cNvSpPr>
          <p:nvPr>
            <p:ph type="dt" sz="half" idx="2"/>
          </p:nvPr>
        </p:nvSpPr>
        <p:spPr>
          <a:xfrm>
            <a:off x="7356475" y="6336000"/>
            <a:ext cx="2696399" cy="216000"/>
          </a:xfrm>
          <a:prstGeom prst="rect">
            <a:avLst/>
          </a:prstGeom>
        </p:spPr>
        <p:txBody>
          <a:bodyPr vert="horz" lIns="0" tIns="0" rIns="0" bIns="0" rtlCol="0" anchor="t" anchorCtr="0">
            <a:noAutofit/>
          </a:bodyPr>
          <a:lstStyle>
            <a:lvl1pPr algn="r">
              <a:defRPr sz="1000" baseline="0">
                <a:solidFill>
                  <a:schemeClr val="tx2"/>
                </a:solidFill>
              </a:defRPr>
            </a:lvl1pPr>
          </a:lstStyle>
          <a:p>
            <a:fld id="{BB64882F-EA33-4643-BF33-66F63659D0E5}" type="datetimeFigureOut">
              <a:rPr lang="en-GB" smtClean="0"/>
              <a:pPr/>
              <a:t>24/02/2026</a:t>
            </a:fld>
            <a:endParaRPr lang="en-GB"/>
          </a:p>
        </p:txBody>
      </p:sp>
      <p:sp>
        <p:nvSpPr>
          <p:cNvPr id="5" name="Footer Placeholder 4">
            <a:extLst>
              <a:ext uri="{FF2B5EF4-FFF2-40B4-BE49-F238E27FC236}">
                <a16:creationId xmlns:a16="http://schemas.microsoft.com/office/drawing/2014/main" id="{09ED4BCD-BA5E-5825-1DCE-4788E6F2CEAE}"/>
              </a:ext>
            </a:extLst>
          </p:cNvPr>
          <p:cNvSpPr>
            <a:spLocks noGrp="1"/>
          </p:cNvSpPr>
          <p:nvPr>
            <p:ph type="ftr" sz="quarter" idx="3"/>
          </p:nvPr>
        </p:nvSpPr>
        <p:spPr>
          <a:xfrm>
            <a:off x="503999" y="6336000"/>
            <a:ext cx="5489575" cy="216000"/>
          </a:xfrm>
          <a:prstGeom prst="rect">
            <a:avLst/>
          </a:prstGeom>
        </p:spPr>
        <p:txBody>
          <a:bodyPr vert="horz" lIns="0" tIns="0" rIns="0" bIns="0" rtlCol="0" anchor="t" anchorCtr="0">
            <a:noAutofit/>
          </a:bodyPr>
          <a:lstStyle>
            <a:lvl1pPr algn="l">
              <a:defRPr sz="1000">
                <a:solidFill>
                  <a:schemeClr val="tx2"/>
                </a:solidFill>
              </a:defRPr>
            </a:lvl1pPr>
          </a:lstStyle>
          <a:p>
            <a:endParaRPr lang="en-GB" dirty="0"/>
          </a:p>
        </p:txBody>
      </p:sp>
      <p:sp>
        <p:nvSpPr>
          <p:cNvPr id="6" name="Slide Number Placeholder 5">
            <a:extLst>
              <a:ext uri="{FF2B5EF4-FFF2-40B4-BE49-F238E27FC236}">
                <a16:creationId xmlns:a16="http://schemas.microsoft.com/office/drawing/2014/main" id="{1BC75632-51AC-1BF0-D1C6-C989857C955F}"/>
              </a:ext>
            </a:extLst>
          </p:cNvPr>
          <p:cNvSpPr>
            <a:spLocks noGrp="1"/>
          </p:cNvSpPr>
          <p:nvPr>
            <p:ph type="sldNum" sz="quarter" idx="4"/>
          </p:nvPr>
        </p:nvSpPr>
        <p:spPr>
          <a:xfrm>
            <a:off x="10052875" y="6336000"/>
            <a:ext cx="504000" cy="216000"/>
          </a:xfrm>
          <a:prstGeom prst="rect">
            <a:avLst/>
          </a:prstGeom>
        </p:spPr>
        <p:txBody>
          <a:bodyPr vert="horz" lIns="0" tIns="0" rIns="0" bIns="0" rtlCol="0" anchor="t" anchorCtr="0">
            <a:noAutofit/>
          </a:bodyPr>
          <a:lstStyle>
            <a:lvl1pPr algn="r">
              <a:defRPr sz="1000" baseline="0">
                <a:solidFill>
                  <a:schemeClr val="tx2"/>
                </a:solidFill>
              </a:defRPr>
            </a:lvl1pPr>
          </a:lstStyle>
          <a:p>
            <a:fld id="{841E3E3A-E396-4196-B605-FF40E1BDE65D}" type="slidenum">
              <a:rPr lang="en-GB" smtClean="0"/>
              <a:pPr/>
              <a:t>‹#›</a:t>
            </a:fld>
            <a:endParaRPr lang="en-GB"/>
          </a:p>
        </p:txBody>
      </p:sp>
      <p:pic>
        <p:nvPicPr>
          <p:cNvPr id="8" name="Picture 7" descr="A blue and black logo&#10;&#10;AI-generated content may be incorrect.">
            <a:extLst>
              <a:ext uri="{FF2B5EF4-FFF2-40B4-BE49-F238E27FC236}">
                <a16:creationId xmlns:a16="http://schemas.microsoft.com/office/drawing/2014/main" id="{619E43F2-79A9-6DFB-2AB7-432FC5750B78}"/>
              </a:ext>
            </a:extLst>
          </p:cNvPr>
          <p:cNvPicPr>
            <a:picLocks noChangeAspect="1"/>
          </p:cNvPicPr>
          <p:nvPr userDrawn="1"/>
        </p:nvPicPr>
        <p:blipFill>
          <a:blip r:embed="rId49">
            <a:extLst>
              <a:ext uri="{28A0092B-C50C-407E-A947-70E740481C1C}">
                <a14:useLocalDpi xmlns:a14="http://schemas.microsoft.com/office/drawing/2010/main" val="0"/>
              </a:ext>
            </a:extLst>
          </a:blip>
          <a:stretch>
            <a:fillRect/>
          </a:stretch>
        </p:blipFill>
        <p:spPr>
          <a:xfrm>
            <a:off x="11151972" y="5958000"/>
            <a:ext cx="538378" cy="540000"/>
          </a:xfrm>
          <a:prstGeom prst="rect">
            <a:avLst/>
          </a:prstGeom>
        </p:spPr>
      </p:pic>
      <p:sp>
        <p:nvSpPr>
          <p:cNvPr id="9" name="TextBox 8">
            <a:extLst>
              <a:ext uri="{FF2B5EF4-FFF2-40B4-BE49-F238E27FC236}">
                <a16:creationId xmlns:a16="http://schemas.microsoft.com/office/drawing/2014/main" id="{A69E767C-0F95-6926-F618-C37C0C235BF9}"/>
              </a:ext>
            </a:extLst>
          </p:cNvPr>
          <p:cNvSpPr txBox="1"/>
          <p:nvPr userDrawn="1">
            <p:extLst>
              <p:ext uri="{1162E1C5-73C7-4A58-AE30-91384D911F3F}">
                <p184:classification xmlns:p184="http://schemas.microsoft.com/office/powerpoint/2018/4/main" val="ftr"/>
              </p:ext>
            </p:extLst>
          </p:nvPr>
        </p:nvSpPr>
        <p:spPr>
          <a:xfrm>
            <a:off x="63500" y="6642100"/>
            <a:ext cx="1227138" cy="152400"/>
          </a:xfrm>
          <a:prstGeom prst="rect">
            <a:avLst/>
          </a:prstGeom>
        </p:spPr>
        <p:txBody>
          <a:bodyPr horzOverflow="overflow" lIns="0" tIns="0" rIns="0" bIns="0">
            <a:spAutoFit/>
          </a:bodyPr>
          <a:lstStyle/>
          <a:p>
            <a:pPr algn="l"/>
            <a:r>
              <a:rPr lang="el-GR" sz="1000">
                <a:solidFill>
                  <a:srgbClr val="0000FF">
                    <a:alpha val="50000"/>
                  </a:srgbClr>
                </a:solidFill>
                <a:latin typeface="Aptos"/>
              </a:rPr>
              <a:t>[Business/Internal Use]</a:t>
            </a:r>
          </a:p>
        </p:txBody>
      </p:sp>
    </p:spTree>
    <p:extLst>
      <p:ext uri="{BB962C8B-B14F-4D97-AF65-F5344CB8AC3E}">
        <p14:creationId xmlns:p14="http://schemas.microsoft.com/office/powerpoint/2010/main" val="1298178474"/>
      </p:ext>
    </p:extLst>
  </p:cSld>
  <p:clrMap bg1="lt1" tx1="dk1" bg2="lt2" tx2="dk2" accent1="accent1" accent2="accent2" accent3="accent3" accent4="accent4" accent5="accent5" accent6="accent6" hlink="hlink" folHlink="folHlink"/>
  <p:sldLayoutIdLst>
    <p:sldLayoutId id="2147483649" r:id="rId1"/>
    <p:sldLayoutId id="2147483681" r:id="rId2"/>
    <p:sldLayoutId id="2147483684" r:id="rId3"/>
    <p:sldLayoutId id="2147483682" r:id="rId4"/>
    <p:sldLayoutId id="2147483683" r:id="rId5"/>
    <p:sldLayoutId id="2147483685" r:id="rId6"/>
    <p:sldLayoutId id="2147483650" r:id="rId7"/>
    <p:sldLayoutId id="2147483660" r:id="rId8"/>
    <p:sldLayoutId id="2147483661" r:id="rId9"/>
    <p:sldLayoutId id="2147483687" r:id="rId10"/>
    <p:sldLayoutId id="2147483688" r:id="rId11"/>
    <p:sldLayoutId id="2147483689" r:id="rId12"/>
    <p:sldLayoutId id="2147483690" r:id="rId13"/>
    <p:sldLayoutId id="2147483696" r:id="rId14"/>
    <p:sldLayoutId id="2147483697" r:id="rId15"/>
    <p:sldLayoutId id="2147483686" r:id="rId16"/>
    <p:sldLayoutId id="2147483693" r:id="rId17"/>
    <p:sldLayoutId id="2147483662" r:id="rId18"/>
    <p:sldLayoutId id="2147483663" r:id="rId19"/>
    <p:sldLayoutId id="2147483664" r:id="rId20"/>
    <p:sldLayoutId id="2147483656" r:id="rId21"/>
    <p:sldLayoutId id="2147483658" r:id="rId22"/>
    <p:sldLayoutId id="2147483657" r:id="rId23"/>
    <p:sldLayoutId id="2147483659" r:id="rId24"/>
    <p:sldLayoutId id="2147483665" r:id="rId25"/>
    <p:sldLayoutId id="2147483694" r:id="rId26"/>
    <p:sldLayoutId id="2147483666" r:id="rId27"/>
    <p:sldLayoutId id="2147483667" r:id="rId28"/>
    <p:sldLayoutId id="2147483695" r:id="rId29"/>
    <p:sldLayoutId id="2147483668" r:id="rId30"/>
    <p:sldLayoutId id="2147483670" r:id="rId31"/>
    <p:sldLayoutId id="2147483671" r:id="rId32"/>
    <p:sldLayoutId id="2147483672" r:id="rId33"/>
    <p:sldLayoutId id="2147483673" r:id="rId34"/>
    <p:sldLayoutId id="2147483674" r:id="rId35"/>
    <p:sldLayoutId id="2147483675" r:id="rId36"/>
    <p:sldLayoutId id="2147483676" r:id="rId37"/>
    <p:sldLayoutId id="2147483677" r:id="rId38"/>
    <p:sldLayoutId id="2147483678" r:id="rId39"/>
    <p:sldLayoutId id="2147483679" r:id="rId40"/>
    <p:sldLayoutId id="2147483669" r:id="rId41"/>
    <p:sldLayoutId id="2147483651" r:id="rId42"/>
    <p:sldLayoutId id="2147483691" r:id="rId43"/>
    <p:sldLayoutId id="2147483692" r:id="rId44"/>
    <p:sldLayoutId id="2147483680" r:id="rId45"/>
    <p:sldLayoutId id="2147483654" r:id="rId46"/>
    <p:sldLayoutId id="2147483655" r:id="rId47"/>
  </p:sldLayoutIdLst>
  <p:transition>
    <p:fade/>
  </p:transition>
  <p:txStyles>
    <p:titleStyle>
      <a:lvl1pPr algn="l" defTabSz="914400" rtl="0" eaLnBrk="1" latinLnBrk="0" hangingPunct="1">
        <a:lnSpc>
          <a:spcPct val="90000"/>
        </a:lnSpc>
        <a:spcBef>
          <a:spcPct val="0"/>
        </a:spcBef>
        <a:buNone/>
        <a:defRPr sz="4000" b="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Font typeface="Arial" panose="020B0604020202020204" pitchFamily="34" charset="0"/>
        <a:buNone/>
        <a:defRPr sz="2400" kern="1200">
          <a:solidFill>
            <a:schemeClr val="tx2"/>
          </a:solidFill>
          <a:latin typeface="+mn-lt"/>
          <a:ea typeface="+mn-ea"/>
          <a:cs typeface="+mn-cs"/>
        </a:defRPr>
      </a:lvl1pPr>
      <a:lvl2pPr marL="0" indent="0" algn="l" defTabSz="914400" rtl="0" eaLnBrk="1" latinLnBrk="0" hangingPunct="1">
        <a:lnSpc>
          <a:spcPct val="100000"/>
        </a:lnSpc>
        <a:spcBef>
          <a:spcPts val="0"/>
        </a:spcBef>
        <a:buFont typeface="Arial" panose="020B0604020202020204" pitchFamily="34" charset="0"/>
        <a:buNone/>
        <a:defRPr sz="2400" b="0" kern="1200">
          <a:solidFill>
            <a:schemeClr val="tx2"/>
          </a:solidFill>
          <a:latin typeface="+mj-lt"/>
          <a:ea typeface="+mn-ea"/>
          <a:cs typeface="+mn-cs"/>
        </a:defRPr>
      </a:lvl2pPr>
      <a:lvl3pPr marL="176213" indent="-176213" algn="l" defTabSz="914400" rtl="0" eaLnBrk="1" latinLnBrk="0" hangingPunct="1">
        <a:lnSpc>
          <a:spcPct val="100000"/>
        </a:lnSpc>
        <a:spcBef>
          <a:spcPts val="0"/>
        </a:spcBef>
        <a:buSzPct val="90000"/>
        <a:buFont typeface="Arial" panose="020B0604020202020204" pitchFamily="34" charset="0"/>
        <a:buChar char="•"/>
        <a:defRPr sz="2400" kern="1200">
          <a:solidFill>
            <a:schemeClr val="tx2"/>
          </a:solidFill>
          <a:latin typeface="+mn-lt"/>
          <a:ea typeface="+mn-ea"/>
          <a:cs typeface="+mn-cs"/>
        </a:defRPr>
      </a:lvl3pPr>
      <a:lvl4pPr marL="358775" indent="-182563" algn="l" defTabSz="914400" rtl="0" eaLnBrk="1" latinLnBrk="0" hangingPunct="1">
        <a:lnSpc>
          <a:spcPct val="100000"/>
        </a:lnSpc>
        <a:spcBef>
          <a:spcPts val="0"/>
        </a:spcBef>
        <a:buSzPct val="90000"/>
        <a:buFont typeface="Arial" panose="020B0604020202020204" pitchFamily="34" charset="0"/>
        <a:buChar char="•"/>
        <a:defRPr sz="2400" kern="1200">
          <a:solidFill>
            <a:schemeClr val="tx2"/>
          </a:solidFill>
          <a:latin typeface="+mn-lt"/>
          <a:ea typeface="+mn-ea"/>
          <a:cs typeface="+mn-cs"/>
        </a:defRPr>
      </a:lvl4pPr>
      <a:lvl5pPr marL="536575" indent="-177800" algn="l" defTabSz="914400" rtl="0" eaLnBrk="1" latinLnBrk="0" hangingPunct="1">
        <a:lnSpc>
          <a:spcPct val="100000"/>
        </a:lnSpc>
        <a:spcBef>
          <a:spcPts val="0"/>
        </a:spcBef>
        <a:buSzPct val="90000"/>
        <a:buFont typeface="Arial" panose="020B0604020202020204" pitchFamily="34" charset="0"/>
        <a:buChar char="•"/>
        <a:defRPr sz="2400" kern="1200">
          <a:solidFill>
            <a:schemeClr val="tx2"/>
          </a:solidFill>
          <a:latin typeface="+mn-lt"/>
          <a:ea typeface="+mn-ea"/>
          <a:cs typeface="+mn-cs"/>
        </a:defRPr>
      </a:lvl5pPr>
      <a:lvl6pPr marL="717550" indent="-180975" algn="l" defTabSz="914400" rtl="0" eaLnBrk="1" latinLnBrk="0" hangingPunct="1">
        <a:lnSpc>
          <a:spcPct val="100000"/>
        </a:lnSpc>
        <a:spcBef>
          <a:spcPts val="0"/>
        </a:spcBef>
        <a:buSzPct val="90000"/>
        <a:buFont typeface="Arial" panose="020B0604020202020204" pitchFamily="34" charset="0"/>
        <a:buChar char="•"/>
        <a:defRPr sz="2400" kern="1200">
          <a:solidFill>
            <a:schemeClr val="tx1"/>
          </a:solidFill>
          <a:latin typeface="+mn-lt"/>
          <a:ea typeface="+mn-ea"/>
          <a:cs typeface="+mn-cs"/>
        </a:defRPr>
      </a:lvl6pPr>
      <a:lvl7pPr marL="895350" indent="-177800" algn="l" defTabSz="914400" rtl="0" eaLnBrk="1" latinLnBrk="0" hangingPunct="1">
        <a:lnSpc>
          <a:spcPct val="100000"/>
        </a:lnSpc>
        <a:spcBef>
          <a:spcPts val="0"/>
        </a:spcBef>
        <a:buSzPct val="90000"/>
        <a:buFont typeface="Arial" panose="020B0604020202020204" pitchFamily="34" charset="0"/>
        <a:buChar char="•"/>
        <a:defRPr sz="2400" kern="1200">
          <a:solidFill>
            <a:schemeClr val="tx1"/>
          </a:solidFill>
          <a:latin typeface="+mn-lt"/>
          <a:ea typeface="+mn-ea"/>
          <a:cs typeface="+mn-cs"/>
        </a:defRPr>
      </a:lvl7pPr>
      <a:lvl8pPr marL="1076325" indent="-180975" algn="l" defTabSz="914400" rtl="0" eaLnBrk="1" latinLnBrk="0" hangingPunct="1">
        <a:lnSpc>
          <a:spcPct val="100000"/>
        </a:lnSpc>
        <a:spcBef>
          <a:spcPts val="0"/>
        </a:spcBef>
        <a:buSzPct val="90000"/>
        <a:buFont typeface="Arial" panose="020B0604020202020204" pitchFamily="34" charset="0"/>
        <a:buChar char="•"/>
        <a:defRPr sz="2400" kern="1200">
          <a:solidFill>
            <a:schemeClr val="tx1"/>
          </a:solidFill>
          <a:latin typeface="+mn-lt"/>
          <a:ea typeface="+mn-ea"/>
          <a:cs typeface="+mn-cs"/>
        </a:defRPr>
      </a:lvl8pPr>
      <a:lvl9pPr marL="1254125" indent="-177800" algn="l" defTabSz="914400" rtl="0" eaLnBrk="1" latinLnBrk="0" hangingPunct="1">
        <a:lnSpc>
          <a:spcPct val="100000"/>
        </a:lnSpc>
        <a:spcBef>
          <a:spcPts val="0"/>
        </a:spcBef>
        <a:buSzPct val="90000"/>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16" userDrawn="1">
          <p15:clr>
            <a:srgbClr val="F26B43"/>
          </p15:clr>
        </p15:guide>
        <p15:guide id="3" pos="898" userDrawn="1">
          <p15:clr>
            <a:srgbClr val="F26B43"/>
          </p15:clr>
        </p15:guide>
        <p15:guide id="4" pos="1034" userDrawn="1">
          <p15:clr>
            <a:srgbClr val="F26B43"/>
          </p15:clr>
        </p15:guide>
        <p15:guide id="5" pos="1617" userDrawn="1">
          <p15:clr>
            <a:srgbClr val="F26B43"/>
          </p15:clr>
        </p15:guide>
        <p15:guide id="6" pos="1753" userDrawn="1">
          <p15:clr>
            <a:srgbClr val="F26B43"/>
          </p15:clr>
        </p15:guide>
        <p15:guide id="7" pos="2336" userDrawn="1">
          <p15:clr>
            <a:srgbClr val="F26B43"/>
          </p15:clr>
        </p15:guide>
        <p15:guide id="8" pos="2472" userDrawn="1">
          <p15:clr>
            <a:srgbClr val="F26B43"/>
          </p15:clr>
        </p15:guide>
        <p15:guide id="9" pos="3055" userDrawn="1">
          <p15:clr>
            <a:srgbClr val="F26B43"/>
          </p15:clr>
        </p15:guide>
        <p15:guide id="10" pos="3191" userDrawn="1">
          <p15:clr>
            <a:srgbClr val="F26B43"/>
          </p15:clr>
        </p15:guide>
        <p15:guide id="11" pos="3774" userDrawn="1">
          <p15:clr>
            <a:srgbClr val="F26B43"/>
          </p15:clr>
        </p15:guide>
        <p15:guide id="12" pos="3910" userDrawn="1">
          <p15:clr>
            <a:srgbClr val="F26B43"/>
          </p15:clr>
        </p15:guide>
        <p15:guide id="13" pos="4493" userDrawn="1">
          <p15:clr>
            <a:srgbClr val="F26B43"/>
          </p15:clr>
        </p15:guide>
        <p15:guide id="14" pos="4629" userDrawn="1">
          <p15:clr>
            <a:srgbClr val="F26B43"/>
          </p15:clr>
        </p15:guide>
        <p15:guide id="15" pos="5212" userDrawn="1">
          <p15:clr>
            <a:srgbClr val="F26B43"/>
          </p15:clr>
        </p15:guide>
        <p15:guide id="16" pos="5348" userDrawn="1">
          <p15:clr>
            <a:srgbClr val="F26B43"/>
          </p15:clr>
        </p15:guide>
        <p15:guide id="17" pos="5931" userDrawn="1">
          <p15:clr>
            <a:srgbClr val="F26B43"/>
          </p15:clr>
        </p15:guide>
        <p15:guide id="18" pos="6067" userDrawn="1">
          <p15:clr>
            <a:srgbClr val="F26B43"/>
          </p15:clr>
        </p15:guide>
        <p15:guide id="19" pos="6650" userDrawn="1">
          <p15:clr>
            <a:srgbClr val="F26B43"/>
          </p15:clr>
        </p15:guide>
        <p15:guide id="20" pos="6785" userDrawn="1">
          <p15:clr>
            <a:srgbClr val="F26B43"/>
          </p15:clr>
        </p15:guide>
        <p15:guide id="21" pos="7364" userDrawn="1">
          <p15:clr>
            <a:srgbClr val="F26B43"/>
          </p15:clr>
        </p15:guide>
        <p15:guide id="22" orient="horz" pos="453" userDrawn="1">
          <p15:clr>
            <a:srgbClr val="F26B43"/>
          </p15:clr>
        </p15:guide>
        <p15:guide id="23" orient="horz" pos="1666" userDrawn="1">
          <p15:clr>
            <a:srgbClr val="F26B43"/>
          </p15:clr>
        </p15:guide>
        <p15:guide id="24" orient="horz" pos="3664" userDrawn="1">
          <p15:clr>
            <a:srgbClr val="F26B43"/>
          </p15:clr>
        </p15:guide>
        <p15:guide id="25" orient="horz" pos="13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7.xml"/></Relationships>
</file>

<file path=ppt/slides/_rels/slide4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38.xml"/></Relationships>
</file>

<file path=ppt/slides/_rels/slide45.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40.xml"/></Relationships>
</file>

<file path=ppt/slides/_rels/slide4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B156D-745E-B52D-D8DE-62CD2AE1B851}"/>
              </a:ext>
            </a:extLst>
          </p:cNvPr>
          <p:cNvSpPr>
            <a:spLocks noGrp="1"/>
          </p:cNvSpPr>
          <p:nvPr>
            <p:ph type="ctrTitle"/>
          </p:nvPr>
        </p:nvSpPr>
        <p:spPr>
          <a:xfrm>
            <a:off x="501650" y="719138"/>
            <a:ext cx="5489575" cy="3060862"/>
          </a:xfrm>
        </p:spPr>
        <p:txBody>
          <a:bodyPr/>
          <a:lstStyle/>
          <a:p>
            <a:r>
              <a:rPr lang="en-GB" dirty="0"/>
              <a:t>Presentation title</a:t>
            </a:r>
          </a:p>
        </p:txBody>
      </p:sp>
      <p:sp>
        <p:nvSpPr>
          <p:cNvPr id="3" name="Subtitle 2">
            <a:extLst>
              <a:ext uri="{FF2B5EF4-FFF2-40B4-BE49-F238E27FC236}">
                <a16:creationId xmlns:a16="http://schemas.microsoft.com/office/drawing/2014/main" id="{DD574DBD-FA79-3D18-4705-5F36E1B3B56E}"/>
              </a:ext>
            </a:extLst>
          </p:cNvPr>
          <p:cNvSpPr>
            <a:spLocks noGrp="1"/>
          </p:cNvSpPr>
          <p:nvPr>
            <p:ph type="subTitle" idx="1"/>
          </p:nvPr>
        </p:nvSpPr>
        <p:spPr>
          <a:xfrm>
            <a:off x="501650" y="4104000"/>
            <a:ext cx="5489575" cy="1440000"/>
          </a:xfrm>
        </p:spPr>
        <p:txBody>
          <a:bodyPr/>
          <a:lstStyle/>
          <a:p>
            <a:r>
              <a:rPr lang="en-GB" dirty="0"/>
              <a:t>Optional subtitle</a:t>
            </a:r>
          </a:p>
        </p:txBody>
      </p:sp>
      <p:sp>
        <p:nvSpPr>
          <p:cNvPr id="7" name="Text Placeholder 6">
            <a:extLst>
              <a:ext uri="{FF2B5EF4-FFF2-40B4-BE49-F238E27FC236}">
                <a16:creationId xmlns:a16="http://schemas.microsoft.com/office/drawing/2014/main" id="{67629AD6-37C1-419E-5AF8-5DB6D4E876FC}"/>
              </a:ext>
            </a:extLst>
          </p:cNvPr>
          <p:cNvSpPr>
            <a:spLocks noGrp="1"/>
          </p:cNvSpPr>
          <p:nvPr>
            <p:ph type="body" sz="quarter" idx="14"/>
          </p:nvPr>
        </p:nvSpPr>
        <p:spPr/>
        <p:txBody>
          <a:bodyPr/>
          <a:lstStyle/>
          <a:p>
            <a:endParaRPr lang="en-US" dirty="0"/>
          </a:p>
        </p:txBody>
      </p:sp>
      <p:sp>
        <p:nvSpPr>
          <p:cNvPr id="6" name="Text Placeholder 5">
            <a:extLst>
              <a:ext uri="{FF2B5EF4-FFF2-40B4-BE49-F238E27FC236}">
                <a16:creationId xmlns:a16="http://schemas.microsoft.com/office/drawing/2014/main" id="{8AFC342D-9805-5F82-46F0-C8D7EC013442}"/>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98908224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2F6F3-96E8-7DBE-0A5C-CC7883C73EB3}"/>
              </a:ext>
            </a:extLst>
          </p:cNvPr>
          <p:cNvSpPr>
            <a:spLocks noGrp="1"/>
          </p:cNvSpPr>
          <p:nvPr>
            <p:ph type="title"/>
          </p:nvPr>
        </p:nvSpPr>
        <p:spPr/>
        <p:txBody>
          <a:bodyPr/>
          <a:lstStyle/>
          <a:p>
            <a:r>
              <a:rPr lang="en-GB" dirty="0"/>
              <a:t>Help with the template</a:t>
            </a:r>
          </a:p>
        </p:txBody>
      </p:sp>
      <p:sp>
        <p:nvSpPr>
          <p:cNvPr id="3" name="Content Placeholder 2">
            <a:extLst>
              <a:ext uri="{FF2B5EF4-FFF2-40B4-BE49-F238E27FC236}">
                <a16:creationId xmlns:a16="http://schemas.microsoft.com/office/drawing/2014/main" id="{17E85FF3-BD6A-1A71-6137-8AC00F7405C9}"/>
              </a:ext>
            </a:extLst>
          </p:cNvPr>
          <p:cNvSpPr>
            <a:spLocks noGrp="1"/>
          </p:cNvSpPr>
          <p:nvPr>
            <p:ph idx="1"/>
          </p:nvPr>
        </p:nvSpPr>
        <p:spPr/>
        <p:txBody>
          <a:bodyPr/>
          <a:lstStyle/>
          <a:p>
            <a:r>
              <a:rPr lang="en-US" dirty="0"/>
              <a:t>The template includes a range of predefined layouts that you can insert for new slides. These have been designed to cater for text, text and images and for picture arrangements. There are also layouts for Title, Divider and other key slide types.</a:t>
            </a:r>
          </a:p>
          <a:p>
            <a:r>
              <a:rPr lang="en-US" dirty="0"/>
              <a:t>Choose a layout in the ‘New Slide’ button on the Home tab. Change the layout for a current slide using the ‘Layout’ list on the Home tab.</a:t>
            </a:r>
          </a:p>
        </p:txBody>
      </p:sp>
      <p:sp>
        <p:nvSpPr>
          <p:cNvPr id="4" name="Text Placeholder 3">
            <a:extLst>
              <a:ext uri="{FF2B5EF4-FFF2-40B4-BE49-F238E27FC236}">
                <a16:creationId xmlns:a16="http://schemas.microsoft.com/office/drawing/2014/main" id="{88C8248E-5C0E-5809-6F99-FC2C9BD49AB4}"/>
              </a:ext>
            </a:extLst>
          </p:cNvPr>
          <p:cNvSpPr>
            <a:spLocks noGrp="1"/>
          </p:cNvSpPr>
          <p:nvPr>
            <p:ph type="body" sz="quarter" idx="13"/>
          </p:nvPr>
        </p:nvSpPr>
        <p:spPr/>
        <p:txBody>
          <a:bodyPr/>
          <a:lstStyle/>
          <a:p>
            <a:r>
              <a:rPr lang="en-GB" dirty="0"/>
              <a:t>Using layouts to insert slides</a:t>
            </a:r>
          </a:p>
        </p:txBody>
      </p:sp>
      <p:sp>
        <p:nvSpPr>
          <p:cNvPr id="5" name="Content Placeholder 4">
            <a:extLst>
              <a:ext uri="{FF2B5EF4-FFF2-40B4-BE49-F238E27FC236}">
                <a16:creationId xmlns:a16="http://schemas.microsoft.com/office/drawing/2014/main" id="{76197FE1-3372-0201-AFC9-25A7A5CA2CA9}"/>
              </a:ext>
            </a:extLst>
          </p:cNvPr>
          <p:cNvSpPr>
            <a:spLocks noGrp="1"/>
          </p:cNvSpPr>
          <p:nvPr>
            <p:ph idx="14"/>
          </p:nvPr>
        </p:nvSpPr>
        <p:spPr/>
        <p:txBody>
          <a:bodyPr/>
          <a:lstStyle/>
          <a:p>
            <a:r>
              <a:rPr lang="en-GB" dirty="0"/>
              <a:t>The layouts include different colour uses for title and text levels, to reflect the need on different background colours and imagery.</a:t>
            </a:r>
          </a:p>
        </p:txBody>
      </p:sp>
      <p:sp>
        <p:nvSpPr>
          <p:cNvPr id="6" name="Content Placeholder 5">
            <a:extLst>
              <a:ext uri="{FF2B5EF4-FFF2-40B4-BE49-F238E27FC236}">
                <a16:creationId xmlns:a16="http://schemas.microsoft.com/office/drawing/2014/main" id="{591352E6-870D-966C-C4B8-BF4367BFC393}"/>
              </a:ext>
            </a:extLst>
          </p:cNvPr>
          <p:cNvSpPr>
            <a:spLocks noGrp="1"/>
          </p:cNvSpPr>
          <p:nvPr>
            <p:ph idx="15"/>
          </p:nvPr>
        </p:nvSpPr>
        <p:spPr/>
        <p:txBody>
          <a:bodyPr/>
          <a:lstStyle/>
          <a:p>
            <a:r>
              <a:rPr lang="en-GB" dirty="0"/>
              <a:t>Refer to the brand guide for further information.</a:t>
            </a:r>
          </a:p>
        </p:txBody>
      </p:sp>
      <p:pic>
        <p:nvPicPr>
          <p:cNvPr id="11" name="Picture 10">
            <a:extLst>
              <a:ext uri="{FF2B5EF4-FFF2-40B4-BE49-F238E27FC236}">
                <a16:creationId xmlns:a16="http://schemas.microsoft.com/office/drawing/2014/main" id="{6F5375F8-A0AD-CE38-C5AE-E623D35377C7}"/>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3933420" y="3715503"/>
            <a:ext cx="6623455" cy="2101097"/>
          </a:xfrm>
          <a:prstGeom prst="rect">
            <a:avLst/>
          </a:prstGeom>
          <a:ln>
            <a:solidFill>
              <a:schemeClr val="bg1">
                <a:lumMod val="75000"/>
              </a:schemeClr>
            </a:solidFill>
          </a:ln>
        </p:spPr>
      </p:pic>
    </p:spTree>
    <p:extLst>
      <p:ext uri="{BB962C8B-B14F-4D97-AF65-F5344CB8AC3E}">
        <p14:creationId xmlns:p14="http://schemas.microsoft.com/office/powerpoint/2010/main" val="366912877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EDF96E2-9244-CB33-93E7-0A2E1998D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2F097-90EA-18F2-F229-234AD47EC59F}"/>
              </a:ext>
            </a:extLst>
          </p:cNvPr>
          <p:cNvSpPr>
            <a:spLocks noGrp="1"/>
          </p:cNvSpPr>
          <p:nvPr>
            <p:ph type="title"/>
          </p:nvPr>
        </p:nvSpPr>
        <p:spPr/>
        <p:txBody>
          <a:bodyPr/>
          <a:lstStyle/>
          <a:p>
            <a:r>
              <a:rPr lang="en-GB" dirty="0"/>
              <a:t>Help with the template</a:t>
            </a:r>
          </a:p>
        </p:txBody>
      </p:sp>
      <p:sp>
        <p:nvSpPr>
          <p:cNvPr id="3" name="Content Placeholder 2">
            <a:extLst>
              <a:ext uri="{FF2B5EF4-FFF2-40B4-BE49-F238E27FC236}">
                <a16:creationId xmlns:a16="http://schemas.microsoft.com/office/drawing/2014/main" id="{88E60191-7B0A-D34A-E404-F2C574648CC2}"/>
              </a:ext>
            </a:extLst>
          </p:cNvPr>
          <p:cNvSpPr>
            <a:spLocks noGrp="1"/>
          </p:cNvSpPr>
          <p:nvPr>
            <p:ph idx="1"/>
          </p:nvPr>
        </p:nvSpPr>
        <p:spPr/>
        <p:txBody>
          <a:bodyPr/>
          <a:lstStyle/>
          <a:p>
            <a:r>
              <a:rPr lang="en-GB" dirty="0"/>
              <a:t>The standard placeholder fields have predefined type levels. Move up or down the levels using the ‘Increase or Decrease indent’ buttons in the home tab.</a:t>
            </a:r>
          </a:p>
          <a:p>
            <a:r>
              <a:rPr lang="en-GB" dirty="0"/>
              <a:t>Level one is for general text</a:t>
            </a:r>
          </a:p>
          <a:p>
            <a:pPr lvl="1"/>
            <a:r>
              <a:rPr lang="en-GB" dirty="0"/>
              <a:t>Level two is for introduction paragraphs</a:t>
            </a:r>
          </a:p>
          <a:p>
            <a:pPr lvl="2"/>
            <a:r>
              <a:rPr lang="en-GB" dirty="0"/>
              <a:t>Level three is for subheadings</a:t>
            </a:r>
          </a:p>
          <a:p>
            <a:pPr lvl="3"/>
            <a:r>
              <a:rPr lang="en-GB" dirty="0"/>
              <a:t>Level four is the first level of bullets</a:t>
            </a:r>
          </a:p>
          <a:p>
            <a:pPr lvl="4"/>
            <a:r>
              <a:rPr lang="en-GB" dirty="0"/>
              <a:t>Level five is the second level of bullets</a:t>
            </a:r>
          </a:p>
        </p:txBody>
      </p:sp>
      <p:sp>
        <p:nvSpPr>
          <p:cNvPr id="4" name="Text Placeholder 3">
            <a:extLst>
              <a:ext uri="{FF2B5EF4-FFF2-40B4-BE49-F238E27FC236}">
                <a16:creationId xmlns:a16="http://schemas.microsoft.com/office/drawing/2014/main" id="{73B4ABFE-E482-EAE8-65AB-500D10D36527}"/>
              </a:ext>
            </a:extLst>
          </p:cNvPr>
          <p:cNvSpPr>
            <a:spLocks noGrp="1"/>
          </p:cNvSpPr>
          <p:nvPr>
            <p:ph type="body" sz="quarter" idx="13"/>
          </p:nvPr>
        </p:nvSpPr>
        <p:spPr/>
        <p:txBody>
          <a:bodyPr/>
          <a:lstStyle/>
          <a:p>
            <a:r>
              <a:rPr lang="en-GB" dirty="0"/>
              <a:t>Using type levels in placeholder fields</a:t>
            </a:r>
          </a:p>
        </p:txBody>
      </p:sp>
      <p:sp>
        <p:nvSpPr>
          <p:cNvPr id="5" name="Content Placeholder 4">
            <a:extLst>
              <a:ext uri="{FF2B5EF4-FFF2-40B4-BE49-F238E27FC236}">
                <a16:creationId xmlns:a16="http://schemas.microsoft.com/office/drawing/2014/main" id="{3D1B2E51-5AE1-DEBA-E74F-EE6BE8FCDD43}"/>
              </a:ext>
            </a:extLst>
          </p:cNvPr>
          <p:cNvSpPr>
            <a:spLocks noGrp="1"/>
          </p:cNvSpPr>
          <p:nvPr>
            <p:ph idx="14"/>
          </p:nvPr>
        </p:nvSpPr>
        <p:spPr/>
        <p:txBody>
          <a:bodyPr/>
          <a:lstStyle/>
          <a:p>
            <a:pPr lvl="1"/>
            <a:r>
              <a:rPr lang="en-US" dirty="0"/>
              <a:t>Recommendations</a:t>
            </a:r>
          </a:p>
          <a:p>
            <a:r>
              <a:rPr lang="en-US" dirty="0"/>
              <a:t>We recommend you do NOT use the bullet button, as this does not apply the correct bullet formatting.</a:t>
            </a:r>
          </a:p>
          <a:p>
            <a:r>
              <a:rPr lang="en-GB" dirty="0"/>
              <a:t>Note that a standard text box does not include the levels found in a placeholder. Text boxes are set with the recommended font and size.</a:t>
            </a:r>
          </a:p>
          <a:p>
            <a:r>
              <a:rPr lang="en-GB" dirty="0"/>
              <a:t>Therefore, it is recommended that should copy an existing text placeholder on the slide, if you would like to insert a text box, to preserve the use of these levels.</a:t>
            </a:r>
          </a:p>
        </p:txBody>
      </p:sp>
      <p:sp>
        <p:nvSpPr>
          <p:cNvPr id="6" name="Content Placeholder 5">
            <a:extLst>
              <a:ext uri="{FF2B5EF4-FFF2-40B4-BE49-F238E27FC236}">
                <a16:creationId xmlns:a16="http://schemas.microsoft.com/office/drawing/2014/main" id="{D385ACD1-8B95-AB52-A56C-E4ED84E1063E}"/>
              </a:ext>
            </a:extLst>
          </p:cNvPr>
          <p:cNvSpPr>
            <a:spLocks noGrp="1"/>
          </p:cNvSpPr>
          <p:nvPr>
            <p:ph idx="15"/>
          </p:nvPr>
        </p:nvSpPr>
        <p:spPr/>
        <p:txBody>
          <a:bodyPr/>
          <a:lstStyle/>
          <a:p>
            <a:r>
              <a:rPr lang="en-GB" dirty="0"/>
              <a:t>Refer to the brand guide for further information.</a:t>
            </a:r>
          </a:p>
        </p:txBody>
      </p:sp>
      <p:grpSp>
        <p:nvGrpSpPr>
          <p:cNvPr id="7" name="Group 6">
            <a:extLst>
              <a:ext uri="{FF2B5EF4-FFF2-40B4-BE49-F238E27FC236}">
                <a16:creationId xmlns:a16="http://schemas.microsoft.com/office/drawing/2014/main" id="{F9617479-3A39-A4AB-B5BD-E9C35854A9D2}"/>
              </a:ext>
            </a:extLst>
          </p:cNvPr>
          <p:cNvGrpSpPr/>
          <p:nvPr/>
        </p:nvGrpSpPr>
        <p:grpSpPr>
          <a:xfrm>
            <a:off x="7101181" y="3640473"/>
            <a:ext cx="4581636" cy="1176604"/>
            <a:chOff x="5267729" y="3145133"/>
            <a:chExt cx="5164053" cy="1326174"/>
          </a:xfrm>
        </p:grpSpPr>
        <p:pic>
          <p:nvPicPr>
            <p:cNvPr id="8" name="Picture 7">
              <a:extLst>
                <a:ext uri="{FF2B5EF4-FFF2-40B4-BE49-F238E27FC236}">
                  <a16:creationId xmlns:a16="http://schemas.microsoft.com/office/drawing/2014/main" id="{EF82705C-220F-FCEB-CA42-4CE4EED0219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6222207" y="3429000"/>
              <a:ext cx="4209575" cy="1042307"/>
            </a:xfrm>
            <a:prstGeom prst="rect">
              <a:avLst/>
            </a:prstGeom>
            <a:ln w="3175">
              <a:solidFill>
                <a:schemeClr val="bg1">
                  <a:lumMod val="50000"/>
                </a:schemeClr>
              </a:solidFill>
              <a:miter lim="800000"/>
            </a:ln>
          </p:spPr>
        </p:pic>
        <p:sp>
          <p:nvSpPr>
            <p:cNvPr id="10" name="Rectangle 9">
              <a:extLst>
                <a:ext uri="{FF2B5EF4-FFF2-40B4-BE49-F238E27FC236}">
                  <a16:creationId xmlns:a16="http://schemas.microsoft.com/office/drawing/2014/main" id="{DA525102-9D19-3F50-06B9-BD6F254D29FD}"/>
                </a:ext>
              </a:extLst>
            </p:cNvPr>
            <p:cNvSpPr/>
            <p:nvPr/>
          </p:nvSpPr>
          <p:spPr>
            <a:xfrm>
              <a:off x="6973556" y="3557117"/>
              <a:ext cx="311500" cy="291402"/>
            </a:xfrm>
            <a:prstGeom prst="rect">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GB" sz="1500" dirty="0" err="1">
                <a:solidFill>
                  <a:schemeClr val="bg1"/>
                </a:solidFill>
              </a:endParaRPr>
            </a:p>
          </p:txBody>
        </p:sp>
        <p:sp>
          <p:nvSpPr>
            <p:cNvPr id="11" name="Rectangle 10">
              <a:extLst>
                <a:ext uri="{FF2B5EF4-FFF2-40B4-BE49-F238E27FC236}">
                  <a16:creationId xmlns:a16="http://schemas.microsoft.com/office/drawing/2014/main" id="{BCDE3BD0-561B-EA76-FE9F-B65AE2C22DBE}"/>
                </a:ext>
              </a:extLst>
            </p:cNvPr>
            <p:cNvSpPr/>
            <p:nvPr/>
          </p:nvSpPr>
          <p:spPr>
            <a:xfrm>
              <a:off x="7285056" y="3557117"/>
              <a:ext cx="311500" cy="291402"/>
            </a:xfrm>
            <a:prstGeom prst="rect">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GB" sz="1500" dirty="0" err="1">
                <a:solidFill>
                  <a:schemeClr val="bg1"/>
                </a:solidFill>
              </a:endParaRPr>
            </a:p>
          </p:txBody>
        </p:sp>
        <p:cxnSp>
          <p:nvCxnSpPr>
            <p:cNvPr id="12" name="Straight Connector 11">
              <a:extLst>
                <a:ext uri="{FF2B5EF4-FFF2-40B4-BE49-F238E27FC236}">
                  <a16:creationId xmlns:a16="http://schemas.microsoft.com/office/drawing/2014/main" id="{B0F79DEC-03E1-7266-4E72-0AEE393B3784}"/>
                </a:ext>
              </a:extLst>
            </p:cNvPr>
            <p:cNvCxnSpPr/>
            <p:nvPr/>
          </p:nvCxnSpPr>
          <p:spPr>
            <a:xfrm flipV="1">
              <a:off x="7129306" y="3145134"/>
              <a:ext cx="0" cy="411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F10C6A3-3EAD-1EBF-35CB-ED7C622E36D7}"/>
                </a:ext>
              </a:extLst>
            </p:cNvPr>
            <p:cNvCxnSpPr/>
            <p:nvPr/>
          </p:nvCxnSpPr>
          <p:spPr>
            <a:xfrm flipV="1">
              <a:off x="7440806" y="3145133"/>
              <a:ext cx="0" cy="411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CE2CA58-0028-F9B1-73DC-1BECEBDDDDF8}"/>
                </a:ext>
              </a:extLst>
            </p:cNvPr>
            <p:cNvSpPr txBox="1"/>
            <p:nvPr/>
          </p:nvSpPr>
          <p:spPr>
            <a:xfrm>
              <a:off x="7506118" y="3145133"/>
              <a:ext cx="2384011" cy="205991"/>
            </a:xfrm>
            <a:prstGeom prst="rect">
              <a:avLst/>
            </a:prstGeom>
            <a:noFill/>
          </p:spPr>
          <p:txBody>
            <a:bodyPr wrap="square" lIns="0" tIns="0" rIns="0" bIns="0" rtlCol="0">
              <a:noAutofit/>
            </a:bodyPr>
            <a:lstStyle/>
            <a:p>
              <a:pPr algn="l"/>
              <a:r>
                <a:rPr lang="en-GB" sz="1100" dirty="0">
                  <a:solidFill>
                    <a:srgbClr val="FF0000"/>
                  </a:solidFill>
                </a:rPr>
                <a:t>Increase list level</a:t>
              </a:r>
            </a:p>
          </p:txBody>
        </p:sp>
        <p:sp>
          <p:nvSpPr>
            <p:cNvPr id="15" name="TextBox 14">
              <a:extLst>
                <a:ext uri="{FF2B5EF4-FFF2-40B4-BE49-F238E27FC236}">
                  <a16:creationId xmlns:a16="http://schemas.microsoft.com/office/drawing/2014/main" id="{23914DAA-6071-4C9E-B969-1A039B51823C}"/>
                </a:ext>
              </a:extLst>
            </p:cNvPr>
            <p:cNvSpPr txBox="1"/>
            <p:nvPr/>
          </p:nvSpPr>
          <p:spPr>
            <a:xfrm>
              <a:off x="5267729" y="3145133"/>
              <a:ext cx="1796266" cy="205991"/>
            </a:xfrm>
            <a:prstGeom prst="rect">
              <a:avLst/>
            </a:prstGeom>
            <a:noFill/>
          </p:spPr>
          <p:txBody>
            <a:bodyPr wrap="square" lIns="0" tIns="0" rIns="0" bIns="0" rtlCol="0">
              <a:noAutofit/>
            </a:bodyPr>
            <a:lstStyle/>
            <a:p>
              <a:pPr algn="r"/>
              <a:r>
                <a:rPr lang="en-GB" sz="1100" dirty="0">
                  <a:solidFill>
                    <a:srgbClr val="FF0000"/>
                  </a:solidFill>
                </a:rPr>
                <a:t>Decrease list level</a:t>
              </a:r>
            </a:p>
          </p:txBody>
        </p:sp>
      </p:grpSp>
    </p:spTree>
    <p:extLst>
      <p:ext uri="{BB962C8B-B14F-4D97-AF65-F5344CB8AC3E}">
        <p14:creationId xmlns:p14="http://schemas.microsoft.com/office/powerpoint/2010/main" val="16046626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81DDD9B-107F-1317-CEBA-1700A6364839}"/>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7A7C2C3C-5B2F-506D-E313-1350AF71406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348538" y="2644775"/>
            <a:ext cx="4334279" cy="3004066"/>
          </a:xfrm>
          <a:prstGeom prst="rect">
            <a:avLst/>
          </a:prstGeom>
        </p:spPr>
      </p:pic>
      <p:sp>
        <p:nvSpPr>
          <p:cNvPr id="2" name="Title 1">
            <a:extLst>
              <a:ext uri="{FF2B5EF4-FFF2-40B4-BE49-F238E27FC236}">
                <a16:creationId xmlns:a16="http://schemas.microsoft.com/office/drawing/2014/main" id="{322C0C0F-8B3A-6D57-97AE-0AC02570BAF2}"/>
              </a:ext>
            </a:extLst>
          </p:cNvPr>
          <p:cNvSpPr>
            <a:spLocks noGrp="1"/>
          </p:cNvSpPr>
          <p:nvPr>
            <p:ph type="title"/>
          </p:nvPr>
        </p:nvSpPr>
        <p:spPr/>
        <p:txBody>
          <a:bodyPr/>
          <a:lstStyle/>
          <a:p>
            <a:r>
              <a:rPr lang="en-GB" dirty="0"/>
              <a:t>Help with the template</a:t>
            </a:r>
          </a:p>
        </p:txBody>
      </p:sp>
      <p:sp>
        <p:nvSpPr>
          <p:cNvPr id="3" name="Content Placeholder 2">
            <a:extLst>
              <a:ext uri="{FF2B5EF4-FFF2-40B4-BE49-F238E27FC236}">
                <a16:creationId xmlns:a16="http://schemas.microsoft.com/office/drawing/2014/main" id="{7D120F04-36B3-B9F4-D328-210205AFCDBC}"/>
              </a:ext>
            </a:extLst>
          </p:cNvPr>
          <p:cNvSpPr>
            <a:spLocks noGrp="1"/>
          </p:cNvSpPr>
          <p:nvPr>
            <p:ph idx="1"/>
          </p:nvPr>
        </p:nvSpPr>
        <p:spPr/>
        <p:txBody>
          <a:bodyPr/>
          <a:lstStyle/>
          <a:p>
            <a:pPr lvl="1"/>
            <a:r>
              <a:rPr lang="en-GB" dirty="0"/>
              <a:t>Using the predefined picture fields</a:t>
            </a:r>
          </a:p>
          <a:p>
            <a:r>
              <a:rPr lang="en-GB" dirty="0"/>
              <a:t>Picture placeholders appear in grey. Click the button in the middle of the field to import the picture you want to use. The picture field will automatically fill the field with the image.</a:t>
            </a:r>
          </a:p>
          <a:p>
            <a:r>
              <a:rPr lang="en-GB" dirty="0"/>
              <a:t>Edit the position of the image using the crop tool, which is in the contextual ‘Picture Tools &gt; Format’ menu. The crop tool allows you to enlarge, adjust position or crop the image to fit the picture area.</a:t>
            </a:r>
          </a:p>
        </p:txBody>
      </p:sp>
      <p:sp>
        <p:nvSpPr>
          <p:cNvPr id="4" name="Text Placeholder 3">
            <a:extLst>
              <a:ext uri="{FF2B5EF4-FFF2-40B4-BE49-F238E27FC236}">
                <a16:creationId xmlns:a16="http://schemas.microsoft.com/office/drawing/2014/main" id="{7CC09141-B4C9-6842-B74A-FBDE39BA91E9}"/>
              </a:ext>
            </a:extLst>
          </p:cNvPr>
          <p:cNvSpPr>
            <a:spLocks noGrp="1"/>
          </p:cNvSpPr>
          <p:nvPr>
            <p:ph type="body" sz="quarter" idx="13"/>
          </p:nvPr>
        </p:nvSpPr>
        <p:spPr/>
        <p:txBody>
          <a:bodyPr/>
          <a:lstStyle/>
          <a:p>
            <a:r>
              <a:rPr lang="en-GB" dirty="0"/>
              <a:t>Working with pictures</a:t>
            </a:r>
          </a:p>
        </p:txBody>
      </p:sp>
      <p:sp>
        <p:nvSpPr>
          <p:cNvPr id="5" name="Content Placeholder 4">
            <a:extLst>
              <a:ext uri="{FF2B5EF4-FFF2-40B4-BE49-F238E27FC236}">
                <a16:creationId xmlns:a16="http://schemas.microsoft.com/office/drawing/2014/main" id="{9BCB577F-043B-DF61-0E05-70CC30307901}"/>
              </a:ext>
            </a:extLst>
          </p:cNvPr>
          <p:cNvSpPr>
            <a:spLocks noGrp="1"/>
          </p:cNvSpPr>
          <p:nvPr>
            <p:ph idx="14"/>
          </p:nvPr>
        </p:nvSpPr>
        <p:spPr/>
        <p:txBody>
          <a:bodyPr/>
          <a:lstStyle/>
          <a:p>
            <a:pPr lvl="1"/>
            <a:r>
              <a:rPr lang="en-GB" dirty="0"/>
              <a:t>Changing an existing picture</a:t>
            </a:r>
          </a:p>
          <a:p>
            <a:r>
              <a:rPr lang="en-GB" dirty="0"/>
              <a:t>To change an existing image, right-click the picture and choose ‘Change Picture &gt; This Device’ to locate a new image to replace it.</a:t>
            </a:r>
          </a:p>
        </p:txBody>
      </p:sp>
      <p:sp>
        <p:nvSpPr>
          <p:cNvPr id="18" name="Rectangle 17">
            <a:extLst>
              <a:ext uri="{FF2B5EF4-FFF2-40B4-BE49-F238E27FC236}">
                <a16:creationId xmlns:a16="http://schemas.microsoft.com/office/drawing/2014/main" id="{BB508FB6-BFFF-218A-199F-F2152E85506C}"/>
              </a:ext>
            </a:extLst>
          </p:cNvPr>
          <p:cNvSpPr/>
          <p:nvPr/>
        </p:nvSpPr>
        <p:spPr>
          <a:xfrm>
            <a:off x="7614139" y="2600014"/>
            <a:ext cx="623276" cy="240322"/>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err="1">
              <a:solidFill>
                <a:schemeClr val="tx2"/>
              </a:solidFill>
            </a:endParaRPr>
          </a:p>
        </p:txBody>
      </p:sp>
      <p:sp>
        <p:nvSpPr>
          <p:cNvPr id="19" name="Rectangle 18">
            <a:extLst>
              <a:ext uri="{FF2B5EF4-FFF2-40B4-BE49-F238E27FC236}">
                <a16:creationId xmlns:a16="http://schemas.microsoft.com/office/drawing/2014/main" id="{112880E3-B0BA-11A4-A1DE-2F6DEFE46C1B}"/>
              </a:ext>
            </a:extLst>
          </p:cNvPr>
          <p:cNvSpPr/>
          <p:nvPr/>
        </p:nvSpPr>
        <p:spPr>
          <a:xfrm>
            <a:off x="10072932" y="2775859"/>
            <a:ext cx="313714" cy="520943"/>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err="1">
              <a:solidFill>
                <a:schemeClr val="tx2"/>
              </a:solidFill>
            </a:endParaRPr>
          </a:p>
        </p:txBody>
      </p:sp>
      <p:sp>
        <p:nvSpPr>
          <p:cNvPr id="21" name="Rectangle 20">
            <a:extLst>
              <a:ext uri="{FF2B5EF4-FFF2-40B4-BE49-F238E27FC236}">
                <a16:creationId xmlns:a16="http://schemas.microsoft.com/office/drawing/2014/main" id="{13D0DC2A-9E8F-26D4-3FF8-8CCFBBA25D94}"/>
              </a:ext>
            </a:extLst>
          </p:cNvPr>
          <p:cNvSpPr/>
          <p:nvPr/>
        </p:nvSpPr>
        <p:spPr>
          <a:xfrm>
            <a:off x="7417753" y="3404924"/>
            <a:ext cx="313714" cy="272104"/>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err="1">
              <a:solidFill>
                <a:schemeClr val="tx2"/>
              </a:solidFill>
            </a:endParaRPr>
          </a:p>
        </p:txBody>
      </p:sp>
      <p:sp>
        <p:nvSpPr>
          <p:cNvPr id="24" name="Rectangle 23">
            <a:extLst>
              <a:ext uri="{FF2B5EF4-FFF2-40B4-BE49-F238E27FC236}">
                <a16:creationId xmlns:a16="http://schemas.microsoft.com/office/drawing/2014/main" id="{236411B0-F823-A24E-A4DB-07D243A60E03}"/>
              </a:ext>
            </a:extLst>
          </p:cNvPr>
          <p:cNvSpPr/>
          <p:nvPr/>
        </p:nvSpPr>
        <p:spPr>
          <a:xfrm>
            <a:off x="9276489" y="3552860"/>
            <a:ext cx="313714" cy="272104"/>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err="1">
              <a:solidFill>
                <a:schemeClr val="tx2"/>
              </a:solidFill>
            </a:endParaRPr>
          </a:p>
        </p:txBody>
      </p:sp>
    </p:spTree>
    <p:extLst>
      <p:ext uri="{BB962C8B-B14F-4D97-AF65-F5344CB8AC3E}">
        <p14:creationId xmlns:p14="http://schemas.microsoft.com/office/powerpoint/2010/main" val="251834950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2C62B3E-1452-A77C-4ADC-F4319202FE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A08178-2085-3F16-DC94-3BE0148BA8FF}"/>
              </a:ext>
            </a:extLst>
          </p:cNvPr>
          <p:cNvSpPr>
            <a:spLocks noGrp="1"/>
          </p:cNvSpPr>
          <p:nvPr>
            <p:ph type="title"/>
          </p:nvPr>
        </p:nvSpPr>
        <p:spPr/>
        <p:txBody>
          <a:bodyPr/>
          <a:lstStyle/>
          <a:p>
            <a:r>
              <a:rPr lang="en-GB" dirty="0"/>
              <a:t>Help with the template</a:t>
            </a:r>
          </a:p>
        </p:txBody>
      </p:sp>
      <p:sp>
        <p:nvSpPr>
          <p:cNvPr id="3" name="Content Placeholder 2">
            <a:extLst>
              <a:ext uri="{FF2B5EF4-FFF2-40B4-BE49-F238E27FC236}">
                <a16:creationId xmlns:a16="http://schemas.microsoft.com/office/drawing/2014/main" id="{2F680533-7CD8-8B4B-D4FC-5227E4F8B9BD}"/>
              </a:ext>
            </a:extLst>
          </p:cNvPr>
          <p:cNvSpPr>
            <a:spLocks noGrp="1"/>
          </p:cNvSpPr>
          <p:nvPr>
            <p:ph idx="1"/>
          </p:nvPr>
        </p:nvSpPr>
        <p:spPr/>
        <p:txBody>
          <a:bodyPr/>
          <a:lstStyle/>
          <a:p>
            <a:pPr lvl="1"/>
            <a:r>
              <a:rPr lang="en-GB" dirty="0"/>
              <a:t>Type levels</a:t>
            </a:r>
          </a:p>
          <a:p>
            <a:r>
              <a:rPr lang="en-GB" dirty="0"/>
              <a:t>Always use the type levels in the predefined content placeholders, supplied with each layout.</a:t>
            </a:r>
          </a:p>
          <a:p>
            <a:r>
              <a:rPr lang="en-GB" dirty="0"/>
              <a:t>This will help to enforce the right formatting, colour and font.</a:t>
            </a:r>
          </a:p>
          <a:p>
            <a:pPr lvl="1"/>
            <a:r>
              <a:rPr lang="en-GB" dirty="0"/>
              <a:t>Text boxes</a:t>
            </a:r>
          </a:p>
          <a:p>
            <a:r>
              <a:rPr lang="en-GB" dirty="0"/>
              <a:t>If you use text boxes, please note that they do NOT include the type levels. Any formatting must be manually applied, and we recommend you adhere to the brand rules.</a:t>
            </a:r>
          </a:p>
        </p:txBody>
      </p:sp>
      <p:sp>
        <p:nvSpPr>
          <p:cNvPr id="4" name="Text Placeholder 3">
            <a:extLst>
              <a:ext uri="{FF2B5EF4-FFF2-40B4-BE49-F238E27FC236}">
                <a16:creationId xmlns:a16="http://schemas.microsoft.com/office/drawing/2014/main" id="{21297344-479B-098F-3538-683910EEB3B7}"/>
              </a:ext>
            </a:extLst>
          </p:cNvPr>
          <p:cNvSpPr>
            <a:spLocks noGrp="1"/>
          </p:cNvSpPr>
          <p:nvPr>
            <p:ph type="body" sz="quarter" idx="13"/>
          </p:nvPr>
        </p:nvSpPr>
        <p:spPr/>
        <p:txBody>
          <a:bodyPr/>
          <a:lstStyle/>
          <a:p>
            <a:r>
              <a:rPr lang="en-GB" dirty="0"/>
              <a:t>Text formatting and footer details</a:t>
            </a:r>
          </a:p>
        </p:txBody>
      </p:sp>
      <p:sp>
        <p:nvSpPr>
          <p:cNvPr id="5" name="Content Placeholder 4">
            <a:extLst>
              <a:ext uri="{FF2B5EF4-FFF2-40B4-BE49-F238E27FC236}">
                <a16:creationId xmlns:a16="http://schemas.microsoft.com/office/drawing/2014/main" id="{45ADD3B6-8C2C-2E69-034D-8EC92ACE9F2B}"/>
              </a:ext>
            </a:extLst>
          </p:cNvPr>
          <p:cNvSpPr>
            <a:spLocks noGrp="1"/>
          </p:cNvSpPr>
          <p:nvPr>
            <p:ph idx="14"/>
          </p:nvPr>
        </p:nvSpPr>
        <p:spPr/>
        <p:txBody>
          <a:bodyPr/>
          <a:lstStyle/>
          <a:p>
            <a:pPr lvl="1"/>
            <a:r>
              <a:rPr lang="en-GB" dirty="0"/>
              <a:t>Footers</a:t>
            </a:r>
          </a:p>
          <a:p>
            <a:r>
              <a:rPr lang="en-GB" dirty="0"/>
              <a:t>The footer and page number can be modified or turned on or off. </a:t>
            </a:r>
          </a:p>
          <a:p>
            <a:r>
              <a:rPr lang="en-GB" dirty="0"/>
              <a:t>The footer fields are not used in the supplied design, but are available.</a:t>
            </a:r>
          </a:p>
          <a:p>
            <a:r>
              <a:rPr lang="en-GB" dirty="0"/>
              <a:t>To do this, go to ‘Insert tab &gt; Header &amp; Footer’ to see and edit the feature dialog.</a:t>
            </a:r>
          </a:p>
        </p:txBody>
      </p:sp>
      <p:sp>
        <p:nvSpPr>
          <p:cNvPr id="6" name="Content Placeholder 5">
            <a:extLst>
              <a:ext uri="{FF2B5EF4-FFF2-40B4-BE49-F238E27FC236}">
                <a16:creationId xmlns:a16="http://schemas.microsoft.com/office/drawing/2014/main" id="{34FFAC7C-56E9-2412-A0D5-3C419D274044}"/>
              </a:ext>
            </a:extLst>
          </p:cNvPr>
          <p:cNvSpPr>
            <a:spLocks noGrp="1"/>
          </p:cNvSpPr>
          <p:nvPr>
            <p:ph idx="15"/>
          </p:nvPr>
        </p:nvSpPr>
        <p:spPr/>
        <p:txBody>
          <a:bodyPr/>
          <a:lstStyle/>
          <a:p>
            <a:r>
              <a:rPr lang="en-GB" dirty="0"/>
              <a:t>Refer to the brand guide for further information.</a:t>
            </a:r>
          </a:p>
        </p:txBody>
      </p:sp>
    </p:spTree>
    <p:extLst>
      <p:ext uri="{BB962C8B-B14F-4D97-AF65-F5344CB8AC3E}">
        <p14:creationId xmlns:p14="http://schemas.microsoft.com/office/powerpoint/2010/main" val="45739062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64B713A-1A00-C0BB-72DA-7E41C58DB7F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259C8B9-5B90-9F11-BB7F-2254D5642A1C}"/>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8271145" y="2644775"/>
            <a:ext cx="2285730" cy="2220940"/>
          </a:xfrm>
          <a:prstGeom prst="rect">
            <a:avLst/>
          </a:prstGeom>
          <a:ln>
            <a:solidFill>
              <a:schemeClr val="bg1">
                <a:lumMod val="75000"/>
              </a:schemeClr>
            </a:solidFill>
          </a:ln>
        </p:spPr>
      </p:pic>
      <p:sp>
        <p:nvSpPr>
          <p:cNvPr id="2" name="Title 1">
            <a:extLst>
              <a:ext uri="{FF2B5EF4-FFF2-40B4-BE49-F238E27FC236}">
                <a16:creationId xmlns:a16="http://schemas.microsoft.com/office/drawing/2014/main" id="{35A168AA-4994-3ABC-BF7A-25BC19E4BF7F}"/>
              </a:ext>
            </a:extLst>
          </p:cNvPr>
          <p:cNvSpPr>
            <a:spLocks noGrp="1"/>
          </p:cNvSpPr>
          <p:nvPr>
            <p:ph type="title"/>
          </p:nvPr>
        </p:nvSpPr>
        <p:spPr/>
        <p:txBody>
          <a:bodyPr/>
          <a:lstStyle/>
          <a:p>
            <a:r>
              <a:rPr lang="en-GB" dirty="0"/>
              <a:t>Help with the template</a:t>
            </a:r>
          </a:p>
        </p:txBody>
      </p:sp>
      <p:sp>
        <p:nvSpPr>
          <p:cNvPr id="3" name="Content Placeholder 2">
            <a:extLst>
              <a:ext uri="{FF2B5EF4-FFF2-40B4-BE49-F238E27FC236}">
                <a16:creationId xmlns:a16="http://schemas.microsoft.com/office/drawing/2014/main" id="{668B7AFB-EA15-8C51-ED8F-E963EB5A1D75}"/>
              </a:ext>
            </a:extLst>
          </p:cNvPr>
          <p:cNvSpPr>
            <a:spLocks noGrp="1"/>
          </p:cNvSpPr>
          <p:nvPr>
            <p:ph idx="1"/>
          </p:nvPr>
        </p:nvSpPr>
        <p:spPr/>
        <p:txBody>
          <a:bodyPr/>
          <a:lstStyle/>
          <a:p>
            <a:pPr lvl="1"/>
            <a:r>
              <a:rPr lang="en-GB" dirty="0"/>
              <a:t>Colour palette</a:t>
            </a:r>
          </a:p>
          <a:p>
            <a:r>
              <a:rPr lang="en-GB" dirty="0"/>
              <a:t>Always select a colour from the supplied colours at the top of the theme block.</a:t>
            </a:r>
          </a:p>
          <a:p>
            <a:r>
              <a:rPr lang="en-GB" dirty="0"/>
              <a:t>Refer to the brand guide for further information.</a:t>
            </a:r>
          </a:p>
        </p:txBody>
      </p:sp>
      <p:sp>
        <p:nvSpPr>
          <p:cNvPr id="4" name="Text Placeholder 3">
            <a:extLst>
              <a:ext uri="{FF2B5EF4-FFF2-40B4-BE49-F238E27FC236}">
                <a16:creationId xmlns:a16="http://schemas.microsoft.com/office/drawing/2014/main" id="{14B9F1DB-EB3D-084E-835A-173BE1812038}"/>
              </a:ext>
            </a:extLst>
          </p:cNvPr>
          <p:cNvSpPr>
            <a:spLocks noGrp="1"/>
          </p:cNvSpPr>
          <p:nvPr>
            <p:ph type="body" sz="quarter" idx="13"/>
          </p:nvPr>
        </p:nvSpPr>
        <p:spPr/>
        <p:txBody>
          <a:bodyPr/>
          <a:lstStyle/>
          <a:p>
            <a:r>
              <a:rPr lang="en-GB" dirty="0"/>
              <a:t>Using colour and the default palette</a:t>
            </a:r>
          </a:p>
        </p:txBody>
      </p:sp>
      <p:sp>
        <p:nvSpPr>
          <p:cNvPr id="5" name="Content Placeholder 4">
            <a:extLst>
              <a:ext uri="{FF2B5EF4-FFF2-40B4-BE49-F238E27FC236}">
                <a16:creationId xmlns:a16="http://schemas.microsoft.com/office/drawing/2014/main" id="{5F007492-34CD-9B74-9DBA-F8DAE4B44F9A}"/>
              </a:ext>
            </a:extLst>
          </p:cNvPr>
          <p:cNvSpPr>
            <a:spLocks noGrp="1"/>
          </p:cNvSpPr>
          <p:nvPr>
            <p:ph idx="14"/>
          </p:nvPr>
        </p:nvSpPr>
        <p:spPr/>
        <p:txBody>
          <a:bodyPr/>
          <a:lstStyle/>
          <a:p>
            <a:r>
              <a:rPr lang="en-GB" dirty="0"/>
              <a:t>The top row represents the correct brand colours and are automatically used in charts, shapes and diagrams.</a:t>
            </a:r>
          </a:p>
          <a:p>
            <a:r>
              <a:rPr lang="en-GB" dirty="0"/>
              <a:t>The bank of tint colours is generated by PowerPoint and may not follow the exact brand colours. Use the top row as much as possible.</a:t>
            </a:r>
          </a:p>
          <a:p>
            <a:r>
              <a:rPr lang="en-GB" dirty="0"/>
              <a:t>The Standard Colours row is supplied by PowerPoint and does not follow brand guidelines. Please avoid these colours in your presentations.</a:t>
            </a:r>
          </a:p>
        </p:txBody>
      </p:sp>
    </p:spTree>
    <p:extLst>
      <p:ext uri="{BB962C8B-B14F-4D97-AF65-F5344CB8AC3E}">
        <p14:creationId xmlns:p14="http://schemas.microsoft.com/office/powerpoint/2010/main" val="147398737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97427-E8EB-5908-CA03-AF8AB1F62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933F2F-7F55-5F36-CF7B-C41FCDA2D445}"/>
              </a:ext>
            </a:extLst>
          </p:cNvPr>
          <p:cNvSpPr>
            <a:spLocks noGrp="1"/>
          </p:cNvSpPr>
          <p:nvPr>
            <p:ph type="ctrTitle"/>
          </p:nvPr>
        </p:nvSpPr>
        <p:spPr>
          <a:xfrm>
            <a:off x="501650" y="719138"/>
            <a:ext cx="5489575" cy="3060862"/>
          </a:xfrm>
        </p:spPr>
        <p:txBody>
          <a:bodyPr/>
          <a:lstStyle/>
          <a:p>
            <a:r>
              <a:rPr lang="en-GB" dirty="0"/>
              <a:t>Presentation title</a:t>
            </a:r>
          </a:p>
        </p:txBody>
      </p:sp>
      <p:sp>
        <p:nvSpPr>
          <p:cNvPr id="3" name="Subtitle 2">
            <a:extLst>
              <a:ext uri="{FF2B5EF4-FFF2-40B4-BE49-F238E27FC236}">
                <a16:creationId xmlns:a16="http://schemas.microsoft.com/office/drawing/2014/main" id="{3605784F-F5B2-5327-5744-75834C08CC49}"/>
              </a:ext>
            </a:extLst>
          </p:cNvPr>
          <p:cNvSpPr>
            <a:spLocks noGrp="1"/>
          </p:cNvSpPr>
          <p:nvPr>
            <p:ph type="subTitle" idx="1"/>
          </p:nvPr>
        </p:nvSpPr>
        <p:spPr>
          <a:xfrm>
            <a:off x="501650" y="4104000"/>
            <a:ext cx="5489575" cy="1440000"/>
          </a:xfrm>
        </p:spPr>
        <p:txBody>
          <a:bodyPr/>
          <a:lstStyle/>
          <a:p>
            <a:r>
              <a:rPr lang="en-GB" dirty="0"/>
              <a:t>Optional subtitle</a:t>
            </a:r>
          </a:p>
        </p:txBody>
      </p:sp>
      <p:sp>
        <p:nvSpPr>
          <p:cNvPr id="7" name="Text Placeholder 6">
            <a:extLst>
              <a:ext uri="{FF2B5EF4-FFF2-40B4-BE49-F238E27FC236}">
                <a16:creationId xmlns:a16="http://schemas.microsoft.com/office/drawing/2014/main" id="{2CB90B5F-78D1-7C5D-BA77-152891914F27}"/>
              </a:ext>
            </a:extLst>
          </p:cNvPr>
          <p:cNvSpPr>
            <a:spLocks noGrp="1"/>
          </p:cNvSpPr>
          <p:nvPr>
            <p:ph type="body" sz="quarter" idx="14"/>
          </p:nvPr>
        </p:nvSpPr>
        <p:spPr/>
        <p:txBody>
          <a:bodyPr/>
          <a:lstStyle/>
          <a:p>
            <a:endParaRPr lang="en-US"/>
          </a:p>
        </p:txBody>
      </p:sp>
      <p:sp>
        <p:nvSpPr>
          <p:cNvPr id="6" name="Text Placeholder 5">
            <a:extLst>
              <a:ext uri="{FF2B5EF4-FFF2-40B4-BE49-F238E27FC236}">
                <a16:creationId xmlns:a16="http://schemas.microsoft.com/office/drawing/2014/main" id="{0E140362-0FD6-AF21-D84F-42034A9B5ADF}"/>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739807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a:extLst>
            <a:ext uri="{FF2B5EF4-FFF2-40B4-BE49-F238E27FC236}">
              <a16:creationId xmlns:a16="http://schemas.microsoft.com/office/drawing/2014/main" id="{A5EFD4AF-F138-9AF4-F7B2-58C8EF1B0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8F5913-8F05-7E02-BDF9-867EFBB5FCBD}"/>
              </a:ext>
            </a:extLst>
          </p:cNvPr>
          <p:cNvSpPr>
            <a:spLocks noGrp="1"/>
          </p:cNvSpPr>
          <p:nvPr>
            <p:ph type="ctrTitle"/>
          </p:nvPr>
        </p:nvSpPr>
        <p:spPr>
          <a:xfrm>
            <a:off x="501650" y="719138"/>
            <a:ext cx="5489575" cy="3060862"/>
          </a:xfrm>
        </p:spPr>
        <p:txBody>
          <a:bodyPr/>
          <a:lstStyle/>
          <a:p>
            <a:r>
              <a:rPr lang="en-GB" dirty="0"/>
              <a:t>Presentation title</a:t>
            </a:r>
          </a:p>
        </p:txBody>
      </p:sp>
      <p:sp>
        <p:nvSpPr>
          <p:cNvPr id="3" name="Subtitle 2">
            <a:extLst>
              <a:ext uri="{FF2B5EF4-FFF2-40B4-BE49-F238E27FC236}">
                <a16:creationId xmlns:a16="http://schemas.microsoft.com/office/drawing/2014/main" id="{ADCE0381-A58A-31BE-0454-E73F0F10EAAE}"/>
              </a:ext>
            </a:extLst>
          </p:cNvPr>
          <p:cNvSpPr>
            <a:spLocks noGrp="1"/>
          </p:cNvSpPr>
          <p:nvPr>
            <p:ph type="subTitle" idx="1"/>
          </p:nvPr>
        </p:nvSpPr>
        <p:spPr>
          <a:xfrm>
            <a:off x="501650" y="4104000"/>
            <a:ext cx="5489575" cy="1440000"/>
          </a:xfrm>
        </p:spPr>
        <p:txBody>
          <a:bodyPr/>
          <a:lstStyle/>
          <a:p>
            <a:r>
              <a:rPr lang="en-GB" dirty="0"/>
              <a:t>Optional subtitle</a:t>
            </a:r>
          </a:p>
        </p:txBody>
      </p:sp>
      <p:sp>
        <p:nvSpPr>
          <p:cNvPr id="11" name="Text Placeholder 10">
            <a:extLst>
              <a:ext uri="{FF2B5EF4-FFF2-40B4-BE49-F238E27FC236}">
                <a16:creationId xmlns:a16="http://schemas.microsoft.com/office/drawing/2014/main" id="{33F1502A-1931-C236-9C9D-8ED0402808DF}"/>
              </a:ext>
            </a:extLst>
          </p:cNvPr>
          <p:cNvSpPr>
            <a:spLocks noGrp="1"/>
          </p:cNvSpPr>
          <p:nvPr>
            <p:ph type="body" sz="quarter" idx="14"/>
          </p:nvPr>
        </p:nvSpPr>
        <p:spPr/>
        <p:txBody>
          <a:bodyPr/>
          <a:lstStyle/>
          <a:p>
            <a:endParaRPr lang="en-GB"/>
          </a:p>
        </p:txBody>
      </p:sp>
      <p:sp>
        <p:nvSpPr>
          <p:cNvPr id="10" name="Text Placeholder 9">
            <a:extLst>
              <a:ext uri="{FF2B5EF4-FFF2-40B4-BE49-F238E27FC236}">
                <a16:creationId xmlns:a16="http://schemas.microsoft.com/office/drawing/2014/main" id="{4AF2B1E6-E4B8-CA47-E08B-8B1C15185C4C}"/>
              </a:ext>
            </a:extLst>
          </p:cNvPr>
          <p:cNvSpPr>
            <a:spLocks noGrp="1"/>
          </p:cNvSpPr>
          <p:nvPr>
            <p:ph type="body" sz="quarter" idx="13"/>
          </p:nvPr>
        </p:nvSpPr>
        <p:spPr/>
        <p:txBody>
          <a:bodyPr/>
          <a:lstStyle/>
          <a:p>
            <a:endParaRPr lang="en-GB"/>
          </a:p>
        </p:txBody>
      </p:sp>
      <p:sp>
        <p:nvSpPr>
          <p:cNvPr id="4" name="Text Placeholder 9">
            <a:extLst>
              <a:ext uri="{FF2B5EF4-FFF2-40B4-BE49-F238E27FC236}">
                <a16:creationId xmlns:a16="http://schemas.microsoft.com/office/drawing/2014/main" id="{4411FF27-1C0B-B1CF-46D4-29A2360B3285}"/>
              </a:ext>
            </a:extLst>
          </p:cNvPr>
          <p:cNvSpPr txBox="1">
            <a:spLocks/>
          </p:cNvSpPr>
          <p:nvPr/>
        </p:nvSpPr>
        <p:spPr>
          <a:xfrm>
            <a:off x="7132638" y="2155989"/>
            <a:ext cx="4557712" cy="1273011"/>
          </a:xfrm>
          <a:prstGeom prst="rect">
            <a:avLst/>
          </a:prstGeom>
          <a:solidFill>
            <a:schemeClr val="tx2">
              <a:lumMod val="20000"/>
              <a:lumOff val="80000"/>
            </a:schemeClr>
          </a:solidFill>
        </p:spPr>
        <p:txBody>
          <a:bodyPr vert="horz" lIns="72000" tIns="72000" rIns="72000" bIns="72000" rtlCol="0" anchor="t" anchorCtr="0">
            <a:no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1200" kern="1200">
                <a:solidFill>
                  <a:schemeClr val="tx2"/>
                </a:solidFill>
                <a:latin typeface="+mn-lt"/>
                <a:ea typeface="+mn-ea"/>
                <a:cs typeface="+mn-cs"/>
              </a:defRPr>
            </a:lvl1pPr>
            <a:lvl2pPr marL="0" indent="0" algn="l" defTabSz="914400" rtl="0" eaLnBrk="1" latinLnBrk="0" hangingPunct="1">
              <a:lnSpc>
                <a:spcPct val="100000"/>
              </a:lnSpc>
              <a:spcBef>
                <a:spcPts val="0"/>
              </a:spcBef>
              <a:buFont typeface="Arial" panose="020B0604020202020204" pitchFamily="34" charset="0"/>
              <a:buNone/>
              <a:defRPr sz="1200" kern="1200">
                <a:solidFill>
                  <a:schemeClr val="tx2"/>
                </a:solidFill>
                <a:latin typeface="+mj-lt"/>
                <a:ea typeface="+mn-ea"/>
                <a:cs typeface="+mn-cs"/>
              </a:defRPr>
            </a:lvl2pPr>
            <a:lvl3pPr marL="176213" indent="-176213" algn="l" defTabSz="914400" rtl="0" eaLnBrk="1" latinLnBrk="0" hangingPunct="1">
              <a:lnSpc>
                <a:spcPct val="100000"/>
              </a:lnSpc>
              <a:spcBef>
                <a:spcPts val="0"/>
              </a:spcBef>
              <a:buSzPct val="90000"/>
              <a:buFont typeface="Arial" panose="020B0604020202020204" pitchFamily="34" charset="0"/>
              <a:buChar char="•"/>
              <a:defRPr sz="1200" kern="1200">
                <a:solidFill>
                  <a:schemeClr val="tx2"/>
                </a:solidFill>
                <a:latin typeface="+mn-lt"/>
                <a:ea typeface="+mn-ea"/>
                <a:cs typeface="+mn-cs"/>
              </a:defRPr>
            </a:lvl3pPr>
            <a:lvl4pPr marL="358775" indent="-182563" algn="l" defTabSz="914400" rtl="0" eaLnBrk="1" latinLnBrk="0" hangingPunct="1">
              <a:lnSpc>
                <a:spcPct val="100000"/>
              </a:lnSpc>
              <a:spcBef>
                <a:spcPts val="0"/>
              </a:spcBef>
              <a:buSzPct val="90000"/>
              <a:buFont typeface="Arial" panose="020B0604020202020204" pitchFamily="34" charset="0"/>
              <a:buChar char="•"/>
              <a:defRPr sz="1200" kern="1200">
                <a:solidFill>
                  <a:schemeClr val="tx2"/>
                </a:solidFill>
                <a:latin typeface="+mn-lt"/>
                <a:ea typeface="+mn-ea"/>
                <a:cs typeface="+mn-cs"/>
              </a:defRPr>
            </a:lvl4pPr>
            <a:lvl5pPr marL="536575" indent="-177800" algn="l" defTabSz="914400" rtl="0" eaLnBrk="1" latinLnBrk="0" hangingPunct="1">
              <a:lnSpc>
                <a:spcPct val="100000"/>
              </a:lnSpc>
              <a:spcBef>
                <a:spcPts val="0"/>
              </a:spcBef>
              <a:buSzPct val="90000"/>
              <a:buFont typeface="Arial" panose="020B0604020202020204" pitchFamily="34" charset="0"/>
              <a:buChar char="•"/>
              <a:defRPr sz="1200" kern="1200">
                <a:solidFill>
                  <a:schemeClr val="tx2"/>
                </a:solidFill>
                <a:latin typeface="+mn-lt"/>
                <a:ea typeface="+mn-ea"/>
                <a:cs typeface="+mn-cs"/>
              </a:defRPr>
            </a:lvl5pPr>
            <a:lvl6pPr marL="717550" indent="-180975" algn="l" defTabSz="914400" rtl="0" eaLnBrk="1" latinLnBrk="0" hangingPunct="1">
              <a:lnSpc>
                <a:spcPct val="100000"/>
              </a:lnSpc>
              <a:spcBef>
                <a:spcPts val="0"/>
              </a:spcBef>
              <a:buSzPct val="90000"/>
              <a:buFont typeface="Arial" panose="020B0604020202020204" pitchFamily="34" charset="0"/>
              <a:buChar char="•"/>
              <a:defRPr sz="2400" kern="1200">
                <a:solidFill>
                  <a:schemeClr val="tx1"/>
                </a:solidFill>
                <a:latin typeface="+mn-lt"/>
                <a:ea typeface="+mn-ea"/>
                <a:cs typeface="+mn-cs"/>
              </a:defRPr>
            </a:lvl6pPr>
            <a:lvl7pPr marL="895350" indent="-177800" algn="l" defTabSz="914400" rtl="0" eaLnBrk="1" latinLnBrk="0" hangingPunct="1">
              <a:lnSpc>
                <a:spcPct val="100000"/>
              </a:lnSpc>
              <a:spcBef>
                <a:spcPts val="0"/>
              </a:spcBef>
              <a:buSzPct val="90000"/>
              <a:buFont typeface="Arial" panose="020B0604020202020204" pitchFamily="34" charset="0"/>
              <a:buChar char="•"/>
              <a:defRPr sz="2400" kern="1200">
                <a:solidFill>
                  <a:schemeClr val="tx1"/>
                </a:solidFill>
                <a:latin typeface="+mn-lt"/>
                <a:ea typeface="+mn-ea"/>
                <a:cs typeface="+mn-cs"/>
              </a:defRPr>
            </a:lvl7pPr>
            <a:lvl8pPr marL="1076325" indent="-180975" algn="l" defTabSz="914400" rtl="0" eaLnBrk="1" latinLnBrk="0" hangingPunct="1">
              <a:lnSpc>
                <a:spcPct val="100000"/>
              </a:lnSpc>
              <a:spcBef>
                <a:spcPts val="0"/>
              </a:spcBef>
              <a:buSzPct val="90000"/>
              <a:buFont typeface="Arial" panose="020B0604020202020204" pitchFamily="34" charset="0"/>
              <a:buChar char="•"/>
              <a:defRPr sz="2400" kern="1200">
                <a:solidFill>
                  <a:schemeClr val="tx1"/>
                </a:solidFill>
                <a:latin typeface="+mn-lt"/>
                <a:ea typeface="+mn-ea"/>
                <a:cs typeface="+mn-cs"/>
              </a:defRPr>
            </a:lvl8pPr>
            <a:lvl9pPr marL="1254125" indent="-177800" algn="l" defTabSz="914400" rtl="0" eaLnBrk="1" latinLnBrk="0" hangingPunct="1">
              <a:lnSpc>
                <a:spcPct val="100000"/>
              </a:lnSpc>
              <a:spcBef>
                <a:spcPts val="0"/>
              </a:spcBef>
              <a:buSzPct val="90000"/>
              <a:buFont typeface="Arial" panose="020B0604020202020204" pitchFamily="34" charset="0"/>
              <a:buChar char="•"/>
              <a:defRPr sz="2400" kern="1200">
                <a:solidFill>
                  <a:schemeClr val="tx1"/>
                </a:solidFill>
                <a:latin typeface="+mn-lt"/>
                <a:ea typeface="+mn-ea"/>
                <a:cs typeface="+mn-cs"/>
              </a:defRPr>
            </a:lvl9pPr>
          </a:lstStyle>
          <a:p>
            <a:r>
              <a:rPr lang="en-GB" dirty="0"/>
              <a:t>The full format picture is applied to the slide background.</a:t>
            </a:r>
            <a:br>
              <a:rPr lang="en-GB" dirty="0"/>
            </a:br>
            <a:r>
              <a:rPr lang="en-GB" dirty="0"/>
              <a:t>To do this, simply right-click the background and select ‘Format Background’ from the pop up menu that appears.</a:t>
            </a:r>
            <a:br>
              <a:rPr lang="en-GB" dirty="0"/>
            </a:br>
            <a:r>
              <a:rPr lang="en-GB" dirty="0"/>
              <a:t>In the format side panel, go to the ‘Fill’ settings and click on ‘Picture or Texture fill’, then click on the ‘Insert’ button. Locate and select the picture and it will be applied to the slide.</a:t>
            </a:r>
          </a:p>
        </p:txBody>
      </p:sp>
    </p:spTree>
    <p:extLst>
      <p:ext uri="{BB962C8B-B14F-4D97-AF65-F5344CB8AC3E}">
        <p14:creationId xmlns:p14="http://schemas.microsoft.com/office/powerpoint/2010/main" val="290198132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17E55-5764-E07D-8082-E182C64F17AE}"/>
            </a:ext>
          </a:extLst>
        </p:cNvPr>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16BBEC70-FB32-6AED-C16D-25DECA529CFF}"/>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6240" r="23676"/>
          <a:stretch/>
        </p:blipFill>
        <p:spPr>
          <a:xfrm>
            <a:off x="5648358" y="0"/>
            <a:ext cx="6543642" cy="6858002"/>
          </a:xfrm>
        </p:spPr>
      </p:pic>
      <p:sp>
        <p:nvSpPr>
          <p:cNvPr id="2" name="Title 1">
            <a:extLst>
              <a:ext uri="{FF2B5EF4-FFF2-40B4-BE49-F238E27FC236}">
                <a16:creationId xmlns:a16="http://schemas.microsoft.com/office/drawing/2014/main" id="{EB29B03B-3779-26FE-BE59-F7355A360BED}"/>
              </a:ext>
            </a:extLst>
          </p:cNvPr>
          <p:cNvSpPr>
            <a:spLocks noGrp="1"/>
          </p:cNvSpPr>
          <p:nvPr>
            <p:ph type="ctrTitle"/>
          </p:nvPr>
        </p:nvSpPr>
        <p:spPr>
          <a:xfrm>
            <a:off x="501650" y="719138"/>
            <a:ext cx="5489575" cy="3060862"/>
          </a:xfrm>
        </p:spPr>
        <p:txBody>
          <a:bodyPr/>
          <a:lstStyle/>
          <a:p>
            <a:r>
              <a:rPr lang="en-GB" dirty="0"/>
              <a:t>Presentation title</a:t>
            </a:r>
          </a:p>
        </p:txBody>
      </p:sp>
      <p:sp>
        <p:nvSpPr>
          <p:cNvPr id="3" name="Subtitle 2">
            <a:extLst>
              <a:ext uri="{FF2B5EF4-FFF2-40B4-BE49-F238E27FC236}">
                <a16:creationId xmlns:a16="http://schemas.microsoft.com/office/drawing/2014/main" id="{DB76E4A3-9A89-1C6A-D541-C7AE9D0FDB0D}"/>
              </a:ext>
            </a:extLst>
          </p:cNvPr>
          <p:cNvSpPr>
            <a:spLocks noGrp="1"/>
          </p:cNvSpPr>
          <p:nvPr>
            <p:ph type="subTitle" idx="1"/>
          </p:nvPr>
        </p:nvSpPr>
        <p:spPr>
          <a:xfrm>
            <a:off x="501650" y="4104000"/>
            <a:ext cx="5489575" cy="1440000"/>
          </a:xfrm>
        </p:spPr>
        <p:txBody>
          <a:bodyPr/>
          <a:lstStyle/>
          <a:p>
            <a:r>
              <a:rPr lang="en-GB" dirty="0"/>
              <a:t>Optional subtitle</a:t>
            </a:r>
          </a:p>
        </p:txBody>
      </p:sp>
      <p:sp>
        <p:nvSpPr>
          <p:cNvPr id="20" name="Text Placeholder 19">
            <a:extLst>
              <a:ext uri="{FF2B5EF4-FFF2-40B4-BE49-F238E27FC236}">
                <a16:creationId xmlns:a16="http://schemas.microsoft.com/office/drawing/2014/main" id="{840F4B1D-C8F8-8E42-01AF-A5223615FE2D}"/>
              </a:ext>
            </a:extLst>
          </p:cNvPr>
          <p:cNvSpPr>
            <a:spLocks noGrp="1"/>
          </p:cNvSpPr>
          <p:nvPr>
            <p:ph type="body" sz="quarter" idx="15"/>
          </p:nvPr>
        </p:nvSpPr>
        <p:spPr/>
        <p:txBody>
          <a:bodyPr/>
          <a:lstStyle/>
          <a:p>
            <a:endParaRPr lang="en-GB"/>
          </a:p>
        </p:txBody>
      </p:sp>
      <p:sp>
        <p:nvSpPr>
          <p:cNvPr id="21" name="Free-form: Shape 20">
            <a:extLst>
              <a:ext uri="{FF2B5EF4-FFF2-40B4-BE49-F238E27FC236}">
                <a16:creationId xmlns:a16="http://schemas.microsoft.com/office/drawing/2014/main" id="{9D8C4E4A-9581-A835-B69B-39946524B352}"/>
              </a:ext>
            </a:extLst>
          </p:cNvPr>
          <p:cNvSpPr/>
          <p:nvPr/>
        </p:nvSpPr>
        <p:spPr>
          <a:xfrm flipV="1">
            <a:off x="5913550" y="3612164"/>
            <a:ext cx="6278451" cy="3245838"/>
          </a:xfrm>
          <a:custGeom>
            <a:avLst/>
            <a:gdLst>
              <a:gd name="connsiteX0" fmla="*/ 915339 w 6278451"/>
              <a:gd name="connsiteY0" fmla="*/ 3245838 h 3245838"/>
              <a:gd name="connsiteX1" fmla="*/ 6278451 w 6278451"/>
              <a:gd name="connsiteY1" fmla="*/ 3245838 h 3245838"/>
              <a:gd name="connsiteX2" fmla="*/ 6278451 w 6278451"/>
              <a:gd name="connsiteY2" fmla="*/ 0 h 3245838"/>
              <a:gd name="connsiteX3" fmla="*/ 0 w 6278451"/>
              <a:gd name="connsiteY3" fmla="*/ 0 h 3245838"/>
              <a:gd name="connsiteX4" fmla="*/ 909768 w 6278451"/>
              <a:gd name="connsiteY4" fmla="*/ 3031733 h 32458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8451" h="3245838">
                <a:moveTo>
                  <a:pt x="915339" y="3245838"/>
                </a:moveTo>
                <a:lnTo>
                  <a:pt x="6278451" y="3245838"/>
                </a:lnTo>
                <a:lnTo>
                  <a:pt x="6278451" y="0"/>
                </a:lnTo>
                <a:lnTo>
                  <a:pt x="0" y="0"/>
                </a:lnTo>
                <a:cubicBezTo>
                  <a:pt x="657967" y="1203472"/>
                  <a:pt x="864521" y="2107472"/>
                  <a:pt x="909768" y="3031733"/>
                </a:cubicBezTo>
                <a:close/>
              </a:path>
            </a:pathLst>
          </a:custGeom>
          <a:gradFill>
            <a:gsLst>
              <a:gs pos="38000">
                <a:srgbClr val="000000">
                  <a:alpha val="25000"/>
                </a:srgbClr>
              </a:gs>
              <a:gs pos="0">
                <a:schemeClr val="tx1">
                  <a:alpha val="50000"/>
                </a:schemeClr>
              </a:gs>
              <a:gs pos="90000">
                <a:schemeClr val="tx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9" name="Text Placeholder 18">
            <a:extLst>
              <a:ext uri="{FF2B5EF4-FFF2-40B4-BE49-F238E27FC236}">
                <a16:creationId xmlns:a16="http://schemas.microsoft.com/office/drawing/2014/main" id="{4A83CCC1-E4D0-E27B-8588-D9C51B165615}"/>
              </a:ext>
            </a:extLst>
          </p:cNvPr>
          <p:cNvSpPr>
            <a:spLocks noGrp="1"/>
          </p:cNvSpPr>
          <p:nvPr>
            <p:ph type="body" sz="quarter" idx="13"/>
          </p:nvPr>
        </p:nvSpPr>
        <p:spPr/>
        <p:txBody>
          <a:bodyPr/>
          <a:lstStyle/>
          <a:p>
            <a:endParaRPr lang="en-GB"/>
          </a:p>
        </p:txBody>
      </p:sp>
    </p:spTree>
    <p:extLst>
      <p:ext uri="{BB962C8B-B14F-4D97-AF65-F5344CB8AC3E}">
        <p14:creationId xmlns:p14="http://schemas.microsoft.com/office/powerpoint/2010/main" val="199796812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60003C0-BDBD-C15D-5228-12ECFE174B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DC0B5-C19A-6D32-6629-04111CF0A2D5}"/>
              </a:ext>
            </a:extLst>
          </p:cNvPr>
          <p:cNvSpPr>
            <a:spLocks noGrp="1"/>
          </p:cNvSpPr>
          <p:nvPr>
            <p:ph type="ctrTitle"/>
          </p:nvPr>
        </p:nvSpPr>
        <p:spPr>
          <a:xfrm>
            <a:off x="501650" y="719138"/>
            <a:ext cx="5489575" cy="3060862"/>
          </a:xfrm>
        </p:spPr>
        <p:txBody>
          <a:bodyPr/>
          <a:lstStyle/>
          <a:p>
            <a:r>
              <a:rPr lang="en-GB" dirty="0"/>
              <a:t>Presentation title</a:t>
            </a:r>
          </a:p>
        </p:txBody>
      </p:sp>
      <p:sp>
        <p:nvSpPr>
          <p:cNvPr id="3" name="Subtitle 2">
            <a:extLst>
              <a:ext uri="{FF2B5EF4-FFF2-40B4-BE49-F238E27FC236}">
                <a16:creationId xmlns:a16="http://schemas.microsoft.com/office/drawing/2014/main" id="{EF65531F-8D53-8A34-24B6-573A72494AD2}"/>
              </a:ext>
            </a:extLst>
          </p:cNvPr>
          <p:cNvSpPr>
            <a:spLocks noGrp="1"/>
          </p:cNvSpPr>
          <p:nvPr>
            <p:ph type="subTitle" idx="1"/>
          </p:nvPr>
        </p:nvSpPr>
        <p:spPr>
          <a:xfrm>
            <a:off x="501650" y="4104000"/>
            <a:ext cx="5489575" cy="1440000"/>
          </a:xfrm>
        </p:spPr>
        <p:txBody>
          <a:bodyPr/>
          <a:lstStyle/>
          <a:p>
            <a:r>
              <a:rPr lang="en-GB" dirty="0"/>
              <a:t>Optional subtitle</a:t>
            </a:r>
          </a:p>
        </p:txBody>
      </p:sp>
      <p:sp>
        <p:nvSpPr>
          <p:cNvPr id="6" name="Text Placeholder 5">
            <a:extLst>
              <a:ext uri="{FF2B5EF4-FFF2-40B4-BE49-F238E27FC236}">
                <a16:creationId xmlns:a16="http://schemas.microsoft.com/office/drawing/2014/main" id="{BEDD0E7F-5B5E-352A-E306-5A03AD3EBFBA}"/>
              </a:ext>
            </a:extLst>
          </p:cNvPr>
          <p:cNvSpPr>
            <a:spLocks noGrp="1"/>
          </p:cNvSpPr>
          <p:nvPr>
            <p:ph type="body" sz="quarter" idx="13"/>
          </p:nvPr>
        </p:nvSpPr>
        <p:spPr/>
        <p:txBody>
          <a:bodyPr/>
          <a:lstStyle/>
          <a:p>
            <a:endParaRPr lang="en-US"/>
          </a:p>
        </p:txBody>
      </p:sp>
      <p:sp>
        <p:nvSpPr>
          <p:cNvPr id="7" name="Text Placeholder 6">
            <a:extLst>
              <a:ext uri="{FF2B5EF4-FFF2-40B4-BE49-F238E27FC236}">
                <a16:creationId xmlns:a16="http://schemas.microsoft.com/office/drawing/2014/main" id="{93E5A2D4-74F2-237A-0C4C-6F186C968BCF}"/>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18530288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a:extLst>
            <a:ext uri="{FF2B5EF4-FFF2-40B4-BE49-F238E27FC236}">
              <a16:creationId xmlns:a16="http://schemas.microsoft.com/office/drawing/2014/main" id="{E02BBC1F-945B-AC59-C85F-888691CD6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478AD-8F0B-AC39-C659-DB6D468C7A97}"/>
              </a:ext>
            </a:extLst>
          </p:cNvPr>
          <p:cNvSpPr>
            <a:spLocks noGrp="1"/>
          </p:cNvSpPr>
          <p:nvPr>
            <p:ph type="ctrTitle"/>
          </p:nvPr>
        </p:nvSpPr>
        <p:spPr>
          <a:xfrm>
            <a:off x="501650" y="719138"/>
            <a:ext cx="5489575" cy="3060862"/>
          </a:xfrm>
        </p:spPr>
        <p:txBody>
          <a:bodyPr/>
          <a:lstStyle/>
          <a:p>
            <a:r>
              <a:rPr lang="en-GB" dirty="0"/>
              <a:t>Presentation title</a:t>
            </a:r>
          </a:p>
        </p:txBody>
      </p:sp>
      <p:sp>
        <p:nvSpPr>
          <p:cNvPr id="3" name="Subtitle 2">
            <a:extLst>
              <a:ext uri="{FF2B5EF4-FFF2-40B4-BE49-F238E27FC236}">
                <a16:creationId xmlns:a16="http://schemas.microsoft.com/office/drawing/2014/main" id="{FBBFC179-6DDB-A9FA-CE72-D907BCC14BB6}"/>
              </a:ext>
            </a:extLst>
          </p:cNvPr>
          <p:cNvSpPr>
            <a:spLocks noGrp="1"/>
          </p:cNvSpPr>
          <p:nvPr>
            <p:ph type="subTitle" idx="1"/>
          </p:nvPr>
        </p:nvSpPr>
        <p:spPr>
          <a:xfrm>
            <a:off x="501650" y="4104000"/>
            <a:ext cx="5489575" cy="1440000"/>
          </a:xfrm>
        </p:spPr>
        <p:txBody>
          <a:bodyPr/>
          <a:lstStyle/>
          <a:p>
            <a:r>
              <a:rPr lang="en-GB" dirty="0"/>
              <a:t>Optional subtitle</a:t>
            </a:r>
          </a:p>
        </p:txBody>
      </p:sp>
      <p:sp>
        <p:nvSpPr>
          <p:cNvPr id="10" name="Text Placeholder 9">
            <a:extLst>
              <a:ext uri="{FF2B5EF4-FFF2-40B4-BE49-F238E27FC236}">
                <a16:creationId xmlns:a16="http://schemas.microsoft.com/office/drawing/2014/main" id="{B6A56849-B762-B1E1-D99A-913AF3F965C7}"/>
              </a:ext>
            </a:extLst>
          </p:cNvPr>
          <p:cNvSpPr>
            <a:spLocks noGrp="1"/>
          </p:cNvSpPr>
          <p:nvPr>
            <p:ph type="body" sz="quarter" idx="14"/>
          </p:nvPr>
        </p:nvSpPr>
        <p:spPr/>
        <p:txBody>
          <a:bodyPr/>
          <a:lstStyle/>
          <a:p>
            <a:endParaRPr lang="en-GB"/>
          </a:p>
        </p:txBody>
      </p:sp>
      <p:sp>
        <p:nvSpPr>
          <p:cNvPr id="9" name="Text Placeholder 8">
            <a:extLst>
              <a:ext uri="{FF2B5EF4-FFF2-40B4-BE49-F238E27FC236}">
                <a16:creationId xmlns:a16="http://schemas.microsoft.com/office/drawing/2014/main" id="{61EB815F-2C48-C97C-DC17-A4681C75B9BF}"/>
              </a:ext>
            </a:extLst>
          </p:cNvPr>
          <p:cNvSpPr>
            <a:spLocks noGrp="1"/>
          </p:cNvSpPr>
          <p:nvPr>
            <p:ph type="body" sz="quarter" idx="13"/>
          </p:nvPr>
        </p:nvSpPr>
        <p:spPr/>
        <p:txBody>
          <a:bodyPr/>
          <a:lstStyle/>
          <a:p>
            <a:endParaRPr lang="en-GB"/>
          </a:p>
        </p:txBody>
      </p:sp>
      <p:sp>
        <p:nvSpPr>
          <p:cNvPr id="4" name="Text Placeholder 9">
            <a:extLst>
              <a:ext uri="{FF2B5EF4-FFF2-40B4-BE49-F238E27FC236}">
                <a16:creationId xmlns:a16="http://schemas.microsoft.com/office/drawing/2014/main" id="{62BA83AB-7FA8-AB20-A679-6B32C4316D53}"/>
              </a:ext>
            </a:extLst>
          </p:cNvPr>
          <p:cNvSpPr txBox="1">
            <a:spLocks/>
          </p:cNvSpPr>
          <p:nvPr/>
        </p:nvSpPr>
        <p:spPr>
          <a:xfrm>
            <a:off x="7132638" y="2155989"/>
            <a:ext cx="4557712" cy="1273011"/>
          </a:xfrm>
          <a:prstGeom prst="rect">
            <a:avLst/>
          </a:prstGeom>
          <a:solidFill>
            <a:schemeClr val="tx2">
              <a:lumMod val="20000"/>
              <a:lumOff val="80000"/>
            </a:schemeClr>
          </a:solidFill>
        </p:spPr>
        <p:txBody>
          <a:bodyPr vert="horz" lIns="72000" tIns="72000" rIns="72000" bIns="72000" rtlCol="0" anchor="t" anchorCtr="0">
            <a:no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1200" kern="1200">
                <a:solidFill>
                  <a:schemeClr val="tx2"/>
                </a:solidFill>
                <a:latin typeface="+mn-lt"/>
                <a:ea typeface="+mn-ea"/>
                <a:cs typeface="+mn-cs"/>
              </a:defRPr>
            </a:lvl1pPr>
            <a:lvl2pPr marL="0" indent="0" algn="l" defTabSz="914400" rtl="0" eaLnBrk="1" latinLnBrk="0" hangingPunct="1">
              <a:lnSpc>
                <a:spcPct val="100000"/>
              </a:lnSpc>
              <a:spcBef>
                <a:spcPts val="0"/>
              </a:spcBef>
              <a:buFont typeface="Arial" panose="020B0604020202020204" pitchFamily="34" charset="0"/>
              <a:buNone/>
              <a:defRPr sz="1200" kern="1200">
                <a:solidFill>
                  <a:schemeClr val="tx2"/>
                </a:solidFill>
                <a:latin typeface="+mj-lt"/>
                <a:ea typeface="+mn-ea"/>
                <a:cs typeface="+mn-cs"/>
              </a:defRPr>
            </a:lvl2pPr>
            <a:lvl3pPr marL="176213" indent="-176213" algn="l" defTabSz="914400" rtl="0" eaLnBrk="1" latinLnBrk="0" hangingPunct="1">
              <a:lnSpc>
                <a:spcPct val="100000"/>
              </a:lnSpc>
              <a:spcBef>
                <a:spcPts val="0"/>
              </a:spcBef>
              <a:buSzPct val="90000"/>
              <a:buFont typeface="Arial" panose="020B0604020202020204" pitchFamily="34" charset="0"/>
              <a:buChar char="•"/>
              <a:defRPr sz="1200" kern="1200">
                <a:solidFill>
                  <a:schemeClr val="tx2"/>
                </a:solidFill>
                <a:latin typeface="+mn-lt"/>
                <a:ea typeface="+mn-ea"/>
                <a:cs typeface="+mn-cs"/>
              </a:defRPr>
            </a:lvl3pPr>
            <a:lvl4pPr marL="358775" indent="-182563" algn="l" defTabSz="914400" rtl="0" eaLnBrk="1" latinLnBrk="0" hangingPunct="1">
              <a:lnSpc>
                <a:spcPct val="100000"/>
              </a:lnSpc>
              <a:spcBef>
                <a:spcPts val="0"/>
              </a:spcBef>
              <a:buSzPct val="90000"/>
              <a:buFont typeface="Arial" panose="020B0604020202020204" pitchFamily="34" charset="0"/>
              <a:buChar char="•"/>
              <a:defRPr sz="1200" kern="1200">
                <a:solidFill>
                  <a:schemeClr val="tx2"/>
                </a:solidFill>
                <a:latin typeface="+mn-lt"/>
                <a:ea typeface="+mn-ea"/>
                <a:cs typeface="+mn-cs"/>
              </a:defRPr>
            </a:lvl4pPr>
            <a:lvl5pPr marL="536575" indent="-177800" algn="l" defTabSz="914400" rtl="0" eaLnBrk="1" latinLnBrk="0" hangingPunct="1">
              <a:lnSpc>
                <a:spcPct val="100000"/>
              </a:lnSpc>
              <a:spcBef>
                <a:spcPts val="0"/>
              </a:spcBef>
              <a:buSzPct val="90000"/>
              <a:buFont typeface="Arial" panose="020B0604020202020204" pitchFamily="34" charset="0"/>
              <a:buChar char="•"/>
              <a:defRPr sz="1200" kern="1200">
                <a:solidFill>
                  <a:schemeClr val="tx2"/>
                </a:solidFill>
                <a:latin typeface="+mn-lt"/>
                <a:ea typeface="+mn-ea"/>
                <a:cs typeface="+mn-cs"/>
              </a:defRPr>
            </a:lvl5pPr>
            <a:lvl6pPr marL="717550" indent="-180975" algn="l" defTabSz="914400" rtl="0" eaLnBrk="1" latinLnBrk="0" hangingPunct="1">
              <a:lnSpc>
                <a:spcPct val="100000"/>
              </a:lnSpc>
              <a:spcBef>
                <a:spcPts val="0"/>
              </a:spcBef>
              <a:buSzPct val="90000"/>
              <a:buFont typeface="Arial" panose="020B0604020202020204" pitchFamily="34" charset="0"/>
              <a:buChar char="•"/>
              <a:defRPr sz="2400" kern="1200">
                <a:solidFill>
                  <a:schemeClr val="tx1"/>
                </a:solidFill>
                <a:latin typeface="+mn-lt"/>
                <a:ea typeface="+mn-ea"/>
                <a:cs typeface="+mn-cs"/>
              </a:defRPr>
            </a:lvl6pPr>
            <a:lvl7pPr marL="895350" indent="-177800" algn="l" defTabSz="914400" rtl="0" eaLnBrk="1" latinLnBrk="0" hangingPunct="1">
              <a:lnSpc>
                <a:spcPct val="100000"/>
              </a:lnSpc>
              <a:spcBef>
                <a:spcPts val="0"/>
              </a:spcBef>
              <a:buSzPct val="90000"/>
              <a:buFont typeface="Arial" panose="020B0604020202020204" pitchFamily="34" charset="0"/>
              <a:buChar char="•"/>
              <a:defRPr sz="2400" kern="1200">
                <a:solidFill>
                  <a:schemeClr val="tx1"/>
                </a:solidFill>
                <a:latin typeface="+mn-lt"/>
                <a:ea typeface="+mn-ea"/>
                <a:cs typeface="+mn-cs"/>
              </a:defRPr>
            </a:lvl7pPr>
            <a:lvl8pPr marL="1076325" indent="-180975" algn="l" defTabSz="914400" rtl="0" eaLnBrk="1" latinLnBrk="0" hangingPunct="1">
              <a:lnSpc>
                <a:spcPct val="100000"/>
              </a:lnSpc>
              <a:spcBef>
                <a:spcPts val="0"/>
              </a:spcBef>
              <a:buSzPct val="90000"/>
              <a:buFont typeface="Arial" panose="020B0604020202020204" pitchFamily="34" charset="0"/>
              <a:buChar char="•"/>
              <a:defRPr sz="2400" kern="1200">
                <a:solidFill>
                  <a:schemeClr val="tx1"/>
                </a:solidFill>
                <a:latin typeface="+mn-lt"/>
                <a:ea typeface="+mn-ea"/>
                <a:cs typeface="+mn-cs"/>
              </a:defRPr>
            </a:lvl8pPr>
            <a:lvl9pPr marL="1254125" indent="-177800" algn="l" defTabSz="914400" rtl="0" eaLnBrk="1" latinLnBrk="0" hangingPunct="1">
              <a:lnSpc>
                <a:spcPct val="100000"/>
              </a:lnSpc>
              <a:spcBef>
                <a:spcPts val="0"/>
              </a:spcBef>
              <a:buSzPct val="90000"/>
              <a:buFont typeface="Arial" panose="020B0604020202020204" pitchFamily="34" charset="0"/>
              <a:buChar char="•"/>
              <a:defRPr sz="2400" kern="1200">
                <a:solidFill>
                  <a:schemeClr val="tx1"/>
                </a:solidFill>
                <a:latin typeface="+mn-lt"/>
                <a:ea typeface="+mn-ea"/>
                <a:cs typeface="+mn-cs"/>
              </a:defRPr>
            </a:lvl9pPr>
          </a:lstStyle>
          <a:p>
            <a:r>
              <a:rPr lang="en-GB" dirty="0"/>
              <a:t>The full format picture is applied to the slide background.</a:t>
            </a:r>
            <a:br>
              <a:rPr lang="en-GB" dirty="0"/>
            </a:br>
            <a:r>
              <a:rPr lang="en-GB" dirty="0"/>
              <a:t>To do this, simply right-click the background and select ‘Format Background’ from the pop up menu that appears.</a:t>
            </a:r>
            <a:br>
              <a:rPr lang="en-GB" dirty="0"/>
            </a:br>
            <a:r>
              <a:rPr lang="en-GB" dirty="0"/>
              <a:t>In the format side panel, go to the ‘Fill’ settings and click on ‘Picture or Texture fill’, then click on the ‘Insert’ button. Locate and select the picture and it will be applied to the slide.</a:t>
            </a:r>
          </a:p>
        </p:txBody>
      </p:sp>
    </p:spTree>
    <p:extLst>
      <p:ext uri="{BB962C8B-B14F-4D97-AF65-F5344CB8AC3E}">
        <p14:creationId xmlns:p14="http://schemas.microsoft.com/office/powerpoint/2010/main" val="215777825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E57249-72CD-E479-F9F3-02F8FFA23A2E}"/>
              </a:ext>
            </a:extLst>
          </p:cNvPr>
          <p:cNvSpPr>
            <a:spLocks noGrp="1"/>
          </p:cNvSpPr>
          <p:nvPr>
            <p:ph type="title"/>
          </p:nvPr>
        </p:nvSpPr>
        <p:spPr/>
        <p:txBody>
          <a:bodyPr/>
          <a:lstStyle/>
          <a:p>
            <a:r>
              <a:rPr lang="en-GB" dirty="0"/>
              <a:t>Agenda</a:t>
            </a:r>
          </a:p>
        </p:txBody>
      </p:sp>
      <p:sp>
        <p:nvSpPr>
          <p:cNvPr id="5" name="Content Placeholder 4">
            <a:extLst>
              <a:ext uri="{FF2B5EF4-FFF2-40B4-BE49-F238E27FC236}">
                <a16:creationId xmlns:a16="http://schemas.microsoft.com/office/drawing/2014/main" id="{EBDBAF95-7020-7D6C-284D-DC6BD04FB2B1}"/>
              </a:ext>
            </a:extLst>
          </p:cNvPr>
          <p:cNvSpPr>
            <a:spLocks noGrp="1"/>
          </p:cNvSpPr>
          <p:nvPr>
            <p:ph idx="1"/>
          </p:nvPr>
        </p:nvSpPr>
        <p:spPr/>
        <p:txBody>
          <a:bodyPr/>
          <a:lstStyle/>
          <a:p>
            <a:r>
              <a:rPr lang="en-GB" dirty="0"/>
              <a:t>Introduction text to agenda or section details as set put on the right.</a:t>
            </a:r>
          </a:p>
        </p:txBody>
      </p:sp>
      <p:sp>
        <p:nvSpPr>
          <p:cNvPr id="6" name="Text Placeholder 5">
            <a:extLst>
              <a:ext uri="{FF2B5EF4-FFF2-40B4-BE49-F238E27FC236}">
                <a16:creationId xmlns:a16="http://schemas.microsoft.com/office/drawing/2014/main" id="{7A3A39AE-AA02-214B-E42D-E3E127AD85B5}"/>
              </a:ext>
            </a:extLst>
          </p:cNvPr>
          <p:cNvSpPr>
            <a:spLocks noGrp="1"/>
          </p:cNvSpPr>
          <p:nvPr>
            <p:ph type="body" sz="quarter" idx="13"/>
          </p:nvPr>
        </p:nvSpPr>
        <p:spPr/>
        <p:txBody>
          <a:bodyPr/>
          <a:lstStyle/>
          <a:p>
            <a:endParaRPr lang="en-GB" dirty="0"/>
          </a:p>
        </p:txBody>
      </p:sp>
      <p:graphicFrame>
        <p:nvGraphicFramePr>
          <p:cNvPr id="8" name="Content Placeholder 7">
            <a:extLst>
              <a:ext uri="{FF2B5EF4-FFF2-40B4-BE49-F238E27FC236}">
                <a16:creationId xmlns:a16="http://schemas.microsoft.com/office/drawing/2014/main" id="{80CFD489-1B95-EFC3-EF9D-F063A28FD36A}"/>
              </a:ext>
            </a:extLst>
          </p:cNvPr>
          <p:cNvGraphicFramePr>
            <a:graphicFrameLocks noGrp="1"/>
          </p:cNvGraphicFramePr>
          <p:nvPr>
            <p:ph idx="14"/>
            <p:extLst>
              <p:ext uri="{D42A27DB-BD31-4B8C-83A1-F6EECF244321}">
                <p14:modId xmlns:p14="http://schemas.microsoft.com/office/powerpoint/2010/main" val="2952614553"/>
              </p:ext>
            </p:extLst>
          </p:nvPr>
        </p:nvGraphicFramePr>
        <p:xfrm>
          <a:off x="5068888" y="2159000"/>
          <a:ext cx="6618284" cy="2890077"/>
        </p:xfrm>
        <a:graphic>
          <a:graphicData uri="http://schemas.openxmlformats.org/drawingml/2006/table">
            <a:tbl>
              <a:tblPr>
                <a:tableStyleId>{2D5ABB26-0587-4C30-8999-92F81FD0307C}</a:tableStyleId>
              </a:tblPr>
              <a:tblGrid>
                <a:gridCol w="1144488">
                  <a:extLst>
                    <a:ext uri="{9D8B030D-6E8A-4147-A177-3AD203B41FA5}">
                      <a16:colId xmlns:a16="http://schemas.microsoft.com/office/drawing/2014/main" val="346583174"/>
                    </a:ext>
                  </a:extLst>
                </a:gridCol>
                <a:gridCol w="2277481">
                  <a:extLst>
                    <a:ext uri="{9D8B030D-6E8A-4147-A177-3AD203B41FA5}">
                      <a16:colId xmlns:a16="http://schemas.microsoft.com/office/drawing/2014/main" val="2889862662"/>
                    </a:ext>
                  </a:extLst>
                </a:gridCol>
                <a:gridCol w="1147260">
                  <a:extLst>
                    <a:ext uri="{9D8B030D-6E8A-4147-A177-3AD203B41FA5}">
                      <a16:colId xmlns:a16="http://schemas.microsoft.com/office/drawing/2014/main" val="3488303737"/>
                    </a:ext>
                  </a:extLst>
                </a:gridCol>
                <a:gridCol w="2049055">
                  <a:extLst>
                    <a:ext uri="{9D8B030D-6E8A-4147-A177-3AD203B41FA5}">
                      <a16:colId xmlns:a16="http://schemas.microsoft.com/office/drawing/2014/main" val="1739483570"/>
                    </a:ext>
                  </a:extLst>
                </a:gridCol>
              </a:tblGrid>
              <a:tr h="963359">
                <a:tc>
                  <a:txBody>
                    <a:bodyPr/>
                    <a:lstStyle/>
                    <a:p>
                      <a:endParaRPr lang="en-GB"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a:latin typeface="+mj-lt"/>
                        </a:rPr>
                        <a:t>Chapter name</a:t>
                      </a:r>
                    </a:p>
                    <a:p>
                      <a:r>
                        <a:rPr lang="en-GB" dirty="0"/>
                        <a:t>Page 00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a:latin typeface="+mj-lt"/>
                        </a:rPr>
                        <a:t>Chapter name</a:t>
                      </a:r>
                    </a:p>
                    <a:p>
                      <a:r>
                        <a:rPr lang="en-GB" dirty="0"/>
                        <a:t>Page 00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7172559"/>
                  </a:ext>
                </a:extLst>
              </a:tr>
              <a:tr h="963359">
                <a:tc>
                  <a:txBody>
                    <a:bodyPr/>
                    <a:lstStyle/>
                    <a:p>
                      <a:endParaRPr lang="en-GB"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a:latin typeface="+mj-lt"/>
                        </a:rPr>
                        <a:t>Chapter name</a:t>
                      </a:r>
                    </a:p>
                    <a:p>
                      <a:r>
                        <a:rPr lang="en-GB" dirty="0"/>
                        <a:t>Page 00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a:latin typeface="+mj-lt"/>
                        </a:rPr>
                        <a:t>Chapter name</a:t>
                      </a:r>
                    </a:p>
                    <a:p>
                      <a:r>
                        <a:rPr lang="en-GB" dirty="0"/>
                        <a:t>Page 00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5851482"/>
                  </a:ext>
                </a:extLst>
              </a:tr>
              <a:tr h="963359">
                <a:tc>
                  <a:txBody>
                    <a:bodyPr/>
                    <a:lstStyle/>
                    <a:p>
                      <a:endParaRPr lang="en-GB"/>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a:latin typeface="+mj-lt"/>
                        </a:rPr>
                        <a:t>Chapter name</a:t>
                      </a:r>
                    </a:p>
                    <a:p>
                      <a:r>
                        <a:rPr lang="en-GB" dirty="0"/>
                        <a:t>Page 00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a:latin typeface="+mj-lt"/>
                        </a:rPr>
                        <a:t>Chapter name</a:t>
                      </a:r>
                    </a:p>
                    <a:p>
                      <a:r>
                        <a:rPr lang="en-GB" dirty="0"/>
                        <a:t>Page 00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87247650"/>
                  </a:ext>
                </a:extLst>
              </a:tr>
            </a:tbl>
          </a:graphicData>
        </a:graphic>
      </p:graphicFrame>
      <p:sp>
        <p:nvSpPr>
          <p:cNvPr id="24" name="Graphic 22">
            <a:extLst>
              <a:ext uri="{FF2B5EF4-FFF2-40B4-BE49-F238E27FC236}">
                <a16:creationId xmlns:a16="http://schemas.microsoft.com/office/drawing/2014/main" id="{C1EE195E-2120-DE03-6085-6407E69EA4B4}"/>
              </a:ext>
            </a:extLst>
          </p:cNvPr>
          <p:cNvSpPr>
            <a:spLocks noChangeAspect="1"/>
          </p:cNvSpPr>
          <p:nvPr/>
        </p:nvSpPr>
        <p:spPr>
          <a:xfrm>
            <a:off x="5068888" y="3178678"/>
            <a:ext cx="824830" cy="828000"/>
          </a:xfrm>
          <a:custGeom>
            <a:avLst/>
            <a:gdLst>
              <a:gd name="connsiteX0" fmla="*/ 2467261 w 5673185"/>
              <a:gd name="connsiteY0" fmla="*/ 0 h 5694997"/>
              <a:gd name="connsiteX1" fmla="*/ 5673185 w 5673185"/>
              <a:gd name="connsiteY1" fmla="*/ 3212783 h 5694997"/>
              <a:gd name="connsiteX2" fmla="*/ 3206210 w 5673185"/>
              <a:gd name="connsiteY2" fmla="*/ 5694998 h 5694997"/>
              <a:gd name="connsiteX3" fmla="*/ 0 w 5673185"/>
              <a:gd name="connsiteY3" fmla="*/ 2482215 h 5694997"/>
              <a:gd name="connsiteX4" fmla="*/ 2467261 w 5673185"/>
              <a:gd name="connsiteY4" fmla="*/ 0 h 5694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3185" h="5694997">
                <a:moveTo>
                  <a:pt x="2467261" y="0"/>
                </a:moveTo>
                <a:cubicBezTo>
                  <a:pt x="4130135" y="0"/>
                  <a:pt x="5673185" y="1464183"/>
                  <a:pt x="5673185" y="3212783"/>
                </a:cubicBezTo>
                <a:cubicBezTo>
                  <a:pt x="5673185" y="4961382"/>
                  <a:pt x="4253675" y="5694998"/>
                  <a:pt x="3206210" y="5694998"/>
                </a:cubicBezTo>
                <a:cubicBezTo>
                  <a:pt x="1543336" y="5694998"/>
                  <a:pt x="0" y="4230815"/>
                  <a:pt x="0" y="2482215"/>
                </a:cubicBezTo>
                <a:cubicBezTo>
                  <a:pt x="0" y="733615"/>
                  <a:pt x="1419797" y="0"/>
                  <a:pt x="2467261" y="0"/>
                </a:cubicBezTo>
                <a:close/>
              </a:path>
            </a:pathLst>
          </a:custGeom>
          <a:solidFill>
            <a:schemeClr val="accent2"/>
          </a:solidFill>
          <a:ln w="9525" cap="flat">
            <a:noFill/>
            <a:prstDash val="solid"/>
            <a:miter/>
          </a:ln>
        </p:spPr>
        <p:txBody>
          <a:bodyPr rtlCol="0" anchor="ctr"/>
          <a:lstStyle/>
          <a:p>
            <a:pPr algn="ctr"/>
            <a:r>
              <a:rPr lang="en-GB" sz="3200" dirty="0">
                <a:solidFill>
                  <a:schemeClr val="tx2"/>
                </a:solidFill>
                <a:latin typeface="+mj-lt"/>
              </a:rPr>
              <a:t>02</a:t>
            </a:r>
          </a:p>
        </p:txBody>
      </p:sp>
      <p:sp>
        <p:nvSpPr>
          <p:cNvPr id="25" name="Graphic 22">
            <a:extLst>
              <a:ext uri="{FF2B5EF4-FFF2-40B4-BE49-F238E27FC236}">
                <a16:creationId xmlns:a16="http://schemas.microsoft.com/office/drawing/2014/main" id="{B8AE6B9C-E35C-67EA-BFAC-C88DB649B17A}"/>
              </a:ext>
            </a:extLst>
          </p:cNvPr>
          <p:cNvSpPr>
            <a:spLocks noChangeAspect="1"/>
          </p:cNvSpPr>
          <p:nvPr/>
        </p:nvSpPr>
        <p:spPr>
          <a:xfrm flipH="1">
            <a:off x="5068888" y="2230775"/>
            <a:ext cx="824830" cy="828000"/>
          </a:xfrm>
          <a:custGeom>
            <a:avLst/>
            <a:gdLst>
              <a:gd name="connsiteX0" fmla="*/ 2467261 w 5673185"/>
              <a:gd name="connsiteY0" fmla="*/ 0 h 5694997"/>
              <a:gd name="connsiteX1" fmla="*/ 5673185 w 5673185"/>
              <a:gd name="connsiteY1" fmla="*/ 3212783 h 5694997"/>
              <a:gd name="connsiteX2" fmla="*/ 3206210 w 5673185"/>
              <a:gd name="connsiteY2" fmla="*/ 5694998 h 5694997"/>
              <a:gd name="connsiteX3" fmla="*/ 0 w 5673185"/>
              <a:gd name="connsiteY3" fmla="*/ 2482215 h 5694997"/>
              <a:gd name="connsiteX4" fmla="*/ 2467261 w 5673185"/>
              <a:gd name="connsiteY4" fmla="*/ 0 h 5694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3185" h="5694997">
                <a:moveTo>
                  <a:pt x="2467261" y="0"/>
                </a:moveTo>
                <a:cubicBezTo>
                  <a:pt x="4130135" y="0"/>
                  <a:pt x="5673185" y="1464183"/>
                  <a:pt x="5673185" y="3212783"/>
                </a:cubicBezTo>
                <a:cubicBezTo>
                  <a:pt x="5673185" y="4961382"/>
                  <a:pt x="4253675" y="5694998"/>
                  <a:pt x="3206210" y="5694998"/>
                </a:cubicBezTo>
                <a:cubicBezTo>
                  <a:pt x="1543336" y="5694998"/>
                  <a:pt x="0" y="4230815"/>
                  <a:pt x="0" y="2482215"/>
                </a:cubicBezTo>
                <a:cubicBezTo>
                  <a:pt x="0" y="733615"/>
                  <a:pt x="1419797" y="0"/>
                  <a:pt x="2467261" y="0"/>
                </a:cubicBezTo>
                <a:close/>
              </a:path>
            </a:pathLst>
          </a:custGeom>
          <a:solidFill>
            <a:schemeClr val="accent1"/>
          </a:solidFill>
          <a:ln w="9525" cap="flat">
            <a:noFill/>
            <a:prstDash val="solid"/>
            <a:miter/>
          </a:ln>
        </p:spPr>
        <p:txBody>
          <a:bodyPr rtlCol="0" anchor="ctr"/>
          <a:lstStyle/>
          <a:p>
            <a:pPr algn="ctr"/>
            <a:r>
              <a:rPr lang="en-GB" sz="3200" dirty="0">
                <a:solidFill>
                  <a:schemeClr val="tx2"/>
                </a:solidFill>
                <a:latin typeface="+mj-lt"/>
              </a:rPr>
              <a:t>01</a:t>
            </a:r>
          </a:p>
        </p:txBody>
      </p:sp>
      <p:sp>
        <p:nvSpPr>
          <p:cNvPr id="26" name="Graphic 22">
            <a:extLst>
              <a:ext uri="{FF2B5EF4-FFF2-40B4-BE49-F238E27FC236}">
                <a16:creationId xmlns:a16="http://schemas.microsoft.com/office/drawing/2014/main" id="{3E42C9DD-F631-EA1E-982F-2880276DC31A}"/>
              </a:ext>
            </a:extLst>
          </p:cNvPr>
          <p:cNvSpPr>
            <a:spLocks noChangeAspect="1"/>
          </p:cNvSpPr>
          <p:nvPr/>
        </p:nvSpPr>
        <p:spPr>
          <a:xfrm flipH="1">
            <a:off x="5068888" y="4113877"/>
            <a:ext cx="824830" cy="828000"/>
          </a:xfrm>
          <a:custGeom>
            <a:avLst/>
            <a:gdLst>
              <a:gd name="connsiteX0" fmla="*/ 2467261 w 5673185"/>
              <a:gd name="connsiteY0" fmla="*/ 0 h 5694997"/>
              <a:gd name="connsiteX1" fmla="*/ 5673185 w 5673185"/>
              <a:gd name="connsiteY1" fmla="*/ 3212783 h 5694997"/>
              <a:gd name="connsiteX2" fmla="*/ 3206210 w 5673185"/>
              <a:gd name="connsiteY2" fmla="*/ 5694998 h 5694997"/>
              <a:gd name="connsiteX3" fmla="*/ 0 w 5673185"/>
              <a:gd name="connsiteY3" fmla="*/ 2482215 h 5694997"/>
              <a:gd name="connsiteX4" fmla="*/ 2467261 w 5673185"/>
              <a:gd name="connsiteY4" fmla="*/ 0 h 5694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3185" h="5694997">
                <a:moveTo>
                  <a:pt x="2467261" y="0"/>
                </a:moveTo>
                <a:cubicBezTo>
                  <a:pt x="4130135" y="0"/>
                  <a:pt x="5673185" y="1464183"/>
                  <a:pt x="5673185" y="3212783"/>
                </a:cubicBezTo>
                <a:cubicBezTo>
                  <a:pt x="5673185" y="4961382"/>
                  <a:pt x="4253675" y="5694998"/>
                  <a:pt x="3206210" y="5694998"/>
                </a:cubicBezTo>
                <a:cubicBezTo>
                  <a:pt x="1543336" y="5694998"/>
                  <a:pt x="0" y="4230815"/>
                  <a:pt x="0" y="2482215"/>
                </a:cubicBezTo>
                <a:cubicBezTo>
                  <a:pt x="0" y="733615"/>
                  <a:pt x="1419797" y="0"/>
                  <a:pt x="2467261" y="0"/>
                </a:cubicBezTo>
                <a:close/>
              </a:path>
            </a:pathLst>
          </a:custGeom>
          <a:solidFill>
            <a:schemeClr val="accent3"/>
          </a:solidFill>
          <a:ln w="9525" cap="flat">
            <a:noFill/>
            <a:prstDash val="solid"/>
            <a:miter/>
          </a:ln>
        </p:spPr>
        <p:txBody>
          <a:bodyPr rtlCol="0" anchor="ctr"/>
          <a:lstStyle/>
          <a:p>
            <a:pPr algn="ctr"/>
            <a:r>
              <a:rPr lang="en-GB" sz="3200" dirty="0">
                <a:solidFill>
                  <a:schemeClr val="accent2"/>
                </a:solidFill>
                <a:latin typeface="+mj-lt"/>
              </a:rPr>
              <a:t>03</a:t>
            </a:r>
          </a:p>
        </p:txBody>
      </p:sp>
      <p:sp>
        <p:nvSpPr>
          <p:cNvPr id="27" name="Graphic 22">
            <a:extLst>
              <a:ext uri="{FF2B5EF4-FFF2-40B4-BE49-F238E27FC236}">
                <a16:creationId xmlns:a16="http://schemas.microsoft.com/office/drawing/2014/main" id="{C63CC647-9DE3-738C-A167-912D19BB5505}"/>
              </a:ext>
            </a:extLst>
          </p:cNvPr>
          <p:cNvSpPr>
            <a:spLocks noChangeAspect="1"/>
          </p:cNvSpPr>
          <p:nvPr/>
        </p:nvSpPr>
        <p:spPr>
          <a:xfrm>
            <a:off x="8489950" y="3178678"/>
            <a:ext cx="824830" cy="828000"/>
          </a:xfrm>
          <a:custGeom>
            <a:avLst/>
            <a:gdLst>
              <a:gd name="connsiteX0" fmla="*/ 2467261 w 5673185"/>
              <a:gd name="connsiteY0" fmla="*/ 0 h 5694997"/>
              <a:gd name="connsiteX1" fmla="*/ 5673185 w 5673185"/>
              <a:gd name="connsiteY1" fmla="*/ 3212783 h 5694997"/>
              <a:gd name="connsiteX2" fmla="*/ 3206210 w 5673185"/>
              <a:gd name="connsiteY2" fmla="*/ 5694998 h 5694997"/>
              <a:gd name="connsiteX3" fmla="*/ 0 w 5673185"/>
              <a:gd name="connsiteY3" fmla="*/ 2482215 h 5694997"/>
              <a:gd name="connsiteX4" fmla="*/ 2467261 w 5673185"/>
              <a:gd name="connsiteY4" fmla="*/ 0 h 5694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3185" h="5694997">
                <a:moveTo>
                  <a:pt x="2467261" y="0"/>
                </a:moveTo>
                <a:cubicBezTo>
                  <a:pt x="4130135" y="0"/>
                  <a:pt x="5673185" y="1464183"/>
                  <a:pt x="5673185" y="3212783"/>
                </a:cubicBezTo>
                <a:cubicBezTo>
                  <a:pt x="5673185" y="4961382"/>
                  <a:pt x="4253675" y="5694998"/>
                  <a:pt x="3206210" y="5694998"/>
                </a:cubicBezTo>
                <a:cubicBezTo>
                  <a:pt x="1543336" y="5694998"/>
                  <a:pt x="0" y="4230815"/>
                  <a:pt x="0" y="2482215"/>
                </a:cubicBezTo>
                <a:cubicBezTo>
                  <a:pt x="0" y="733615"/>
                  <a:pt x="1419797" y="0"/>
                  <a:pt x="2467261" y="0"/>
                </a:cubicBezTo>
                <a:close/>
              </a:path>
            </a:pathLst>
          </a:custGeom>
          <a:solidFill>
            <a:schemeClr val="accent2"/>
          </a:solidFill>
          <a:ln w="9525" cap="flat">
            <a:noFill/>
            <a:prstDash val="solid"/>
            <a:miter/>
          </a:ln>
        </p:spPr>
        <p:txBody>
          <a:bodyPr rtlCol="0" anchor="ctr"/>
          <a:lstStyle/>
          <a:p>
            <a:pPr algn="ctr"/>
            <a:r>
              <a:rPr lang="en-GB" sz="3200" dirty="0">
                <a:solidFill>
                  <a:schemeClr val="tx2"/>
                </a:solidFill>
                <a:latin typeface="+mj-lt"/>
              </a:rPr>
              <a:t>05</a:t>
            </a:r>
          </a:p>
        </p:txBody>
      </p:sp>
      <p:sp>
        <p:nvSpPr>
          <p:cNvPr id="28" name="Graphic 22">
            <a:extLst>
              <a:ext uri="{FF2B5EF4-FFF2-40B4-BE49-F238E27FC236}">
                <a16:creationId xmlns:a16="http://schemas.microsoft.com/office/drawing/2014/main" id="{F7CCE0F5-054C-8C06-D539-5D333A76B254}"/>
              </a:ext>
            </a:extLst>
          </p:cNvPr>
          <p:cNvSpPr>
            <a:spLocks noChangeAspect="1"/>
          </p:cNvSpPr>
          <p:nvPr/>
        </p:nvSpPr>
        <p:spPr>
          <a:xfrm flipH="1">
            <a:off x="8489950" y="2230775"/>
            <a:ext cx="824830" cy="828000"/>
          </a:xfrm>
          <a:custGeom>
            <a:avLst/>
            <a:gdLst>
              <a:gd name="connsiteX0" fmla="*/ 2467261 w 5673185"/>
              <a:gd name="connsiteY0" fmla="*/ 0 h 5694997"/>
              <a:gd name="connsiteX1" fmla="*/ 5673185 w 5673185"/>
              <a:gd name="connsiteY1" fmla="*/ 3212783 h 5694997"/>
              <a:gd name="connsiteX2" fmla="*/ 3206210 w 5673185"/>
              <a:gd name="connsiteY2" fmla="*/ 5694998 h 5694997"/>
              <a:gd name="connsiteX3" fmla="*/ 0 w 5673185"/>
              <a:gd name="connsiteY3" fmla="*/ 2482215 h 5694997"/>
              <a:gd name="connsiteX4" fmla="*/ 2467261 w 5673185"/>
              <a:gd name="connsiteY4" fmla="*/ 0 h 5694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3185" h="5694997">
                <a:moveTo>
                  <a:pt x="2467261" y="0"/>
                </a:moveTo>
                <a:cubicBezTo>
                  <a:pt x="4130135" y="0"/>
                  <a:pt x="5673185" y="1464183"/>
                  <a:pt x="5673185" y="3212783"/>
                </a:cubicBezTo>
                <a:cubicBezTo>
                  <a:pt x="5673185" y="4961382"/>
                  <a:pt x="4253675" y="5694998"/>
                  <a:pt x="3206210" y="5694998"/>
                </a:cubicBezTo>
                <a:cubicBezTo>
                  <a:pt x="1543336" y="5694998"/>
                  <a:pt x="0" y="4230815"/>
                  <a:pt x="0" y="2482215"/>
                </a:cubicBezTo>
                <a:cubicBezTo>
                  <a:pt x="0" y="733615"/>
                  <a:pt x="1419797" y="0"/>
                  <a:pt x="2467261" y="0"/>
                </a:cubicBezTo>
                <a:close/>
              </a:path>
            </a:pathLst>
          </a:custGeom>
          <a:solidFill>
            <a:schemeClr val="accent1"/>
          </a:solidFill>
          <a:ln w="9525" cap="flat">
            <a:noFill/>
            <a:prstDash val="solid"/>
            <a:miter/>
          </a:ln>
        </p:spPr>
        <p:txBody>
          <a:bodyPr rtlCol="0" anchor="ctr"/>
          <a:lstStyle/>
          <a:p>
            <a:pPr algn="ctr"/>
            <a:r>
              <a:rPr lang="en-GB" sz="3200" dirty="0">
                <a:solidFill>
                  <a:schemeClr val="tx2"/>
                </a:solidFill>
                <a:latin typeface="+mj-lt"/>
              </a:rPr>
              <a:t>04</a:t>
            </a:r>
          </a:p>
        </p:txBody>
      </p:sp>
      <p:sp>
        <p:nvSpPr>
          <p:cNvPr id="29" name="Graphic 22">
            <a:extLst>
              <a:ext uri="{FF2B5EF4-FFF2-40B4-BE49-F238E27FC236}">
                <a16:creationId xmlns:a16="http://schemas.microsoft.com/office/drawing/2014/main" id="{EAA6375F-8B4D-35D3-3805-88ED0557B4D0}"/>
              </a:ext>
            </a:extLst>
          </p:cNvPr>
          <p:cNvSpPr>
            <a:spLocks noChangeAspect="1"/>
          </p:cNvSpPr>
          <p:nvPr/>
        </p:nvSpPr>
        <p:spPr>
          <a:xfrm flipH="1">
            <a:off x="8489950" y="4113877"/>
            <a:ext cx="824830" cy="828000"/>
          </a:xfrm>
          <a:custGeom>
            <a:avLst/>
            <a:gdLst>
              <a:gd name="connsiteX0" fmla="*/ 2467261 w 5673185"/>
              <a:gd name="connsiteY0" fmla="*/ 0 h 5694997"/>
              <a:gd name="connsiteX1" fmla="*/ 5673185 w 5673185"/>
              <a:gd name="connsiteY1" fmla="*/ 3212783 h 5694997"/>
              <a:gd name="connsiteX2" fmla="*/ 3206210 w 5673185"/>
              <a:gd name="connsiteY2" fmla="*/ 5694998 h 5694997"/>
              <a:gd name="connsiteX3" fmla="*/ 0 w 5673185"/>
              <a:gd name="connsiteY3" fmla="*/ 2482215 h 5694997"/>
              <a:gd name="connsiteX4" fmla="*/ 2467261 w 5673185"/>
              <a:gd name="connsiteY4" fmla="*/ 0 h 5694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3185" h="5694997">
                <a:moveTo>
                  <a:pt x="2467261" y="0"/>
                </a:moveTo>
                <a:cubicBezTo>
                  <a:pt x="4130135" y="0"/>
                  <a:pt x="5673185" y="1464183"/>
                  <a:pt x="5673185" y="3212783"/>
                </a:cubicBezTo>
                <a:cubicBezTo>
                  <a:pt x="5673185" y="4961382"/>
                  <a:pt x="4253675" y="5694998"/>
                  <a:pt x="3206210" y="5694998"/>
                </a:cubicBezTo>
                <a:cubicBezTo>
                  <a:pt x="1543336" y="5694998"/>
                  <a:pt x="0" y="4230815"/>
                  <a:pt x="0" y="2482215"/>
                </a:cubicBezTo>
                <a:cubicBezTo>
                  <a:pt x="0" y="733615"/>
                  <a:pt x="1419797" y="0"/>
                  <a:pt x="2467261" y="0"/>
                </a:cubicBezTo>
                <a:close/>
              </a:path>
            </a:pathLst>
          </a:custGeom>
          <a:solidFill>
            <a:schemeClr val="accent3"/>
          </a:solidFill>
          <a:ln w="9525" cap="flat">
            <a:noFill/>
            <a:prstDash val="solid"/>
            <a:miter/>
          </a:ln>
        </p:spPr>
        <p:txBody>
          <a:bodyPr rtlCol="0" anchor="ctr"/>
          <a:lstStyle/>
          <a:p>
            <a:pPr algn="ctr"/>
            <a:r>
              <a:rPr lang="en-GB" sz="3200" dirty="0">
                <a:solidFill>
                  <a:schemeClr val="accent2"/>
                </a:solidFill>
                <a:latin typeface="+mj-lt"/>
              </a:rPr>
              <a:t>06</a:t>
            </a:r>
          </a:p>
        </p:txBody>
      </p:sp>
    </p:spTree>
    <p:extLst>
      <p:ext uri="{BB962C8B-B14F-4D97-AF65-F5344CB8AC3E}">
        <p14:creationId xmlns:p14="http://schemas.microsoft.com/office/powerpoint/2010/main" val="73378633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4EACA4-4387-BE44-0084-94EF1B634D6A}"/>
              </a:ext>
            </a:extLst>
          </p:cNvPr>
          <p:cNvSpPr>
            <a:spLocks noGrp="1"/>
          </p:cNvSpPr>
          <p:nvPr>
            <p:ph type="body" sz="quarter" idx="18"/>
          </p:nvPr>
        </p:nvSpPr>
        <p:spPr>
          <a:xfrm>
            <a:off x="501650" y="2169000"/>
            <a:ext cx="1255176" cy="1260000"/>
          </a:xfrm>
        </p:spPr>
        <p:txBody>
          <a:bodyPr/>
          <a:lstStyle/>
          <a:p>
            <a:r>
              <a:rPr lang="en-GB" dirty="0"/>
              <a:t>01</a:t>
            </a:r>
          </a:p>
        </p:txBody>
      </p:sp>
      <p:sp>
        <p:nvSpPr>
          <p:cNvPr id="3" name="Title 2">
            <a:extLst>
              <a:ext uri="{FF2B5EF4-FFF2-40B4-BE49-F238E27FC236}">
                <a16:creationId xmlns:a16="http://schemas.microsoft.com/office/drawing/2014/main" id="{D8DFD0E1-02EB-561C-6793-0BF728B84A4A}"/>
              </a:ext>
            </a:extLst>
          </p:cNvPr>
          <p:cNvSpPr>
            <a:spLocks noGrp="1"/>
          </p:cNvSpPr>
          <p:nvPr>
            <p:ph type="title"/>
          </p:nvPr>
        </p:nvSpPr>
        <p:spPr>
          <a:xfrm>
            <a:off x="504000" y="720001"/>
            <a:ext cx="11185200" cy="676799"/>
          </a:xfrm>
        </p:spPr>
        <p:txBody>
          <a:bodyPr/>
          <a:lstStyle/>
          <a:p>
            <a:r>
              <a:rPr lang="en-GB" dirty="0"/>
              <a:t>Agenda</a:t>
            </a:r>
          </a:p>
        </p:txBody>
      </p:sp>
      <p:sp>
        <p:nvSpPr>
          <p:cNvPr id="37" name="Text Placeholder 36">
            <a:extLst>
              <a:ext uri="{FF2B5EF4-FFF2-40B4-BE49-F238E27FC236}">
                <a16:creationId xmlns:a16="http://schemas.microsoft.com/office/drawing/2014/main" id="{BA93CD35-A455-AE78-2096-48E43E95C58B}"/>
              </a:ext>
            </a:extLst>
          </p:cNvPr>
          <p:cNvSpPr>
            <a:spLocks noGrp="1"/>
          </p:cNvSpPr>
          <p:nvPr>
            <p:ph type="body" sz="quarter" idx="13"/>
          </p:nvPr>
        </p:nvSpPr>
        <p:spPr/>
        <p:txBody>
          <a:bodyPr/>
          <a:lstStyle/>
          <a:p>
            <a:endParaRPr lang="en-GB"/>
          </a:p>
        </p:txBody>
      </p:sp>
      <p:sp>
        <p:nvSpPr>
          <p:cNvPr id="10" name="Text Placeholder 9">
            <a:extLst>
              <a:ext uri="{FF2B5EF4-FFF2-40B4-BE49-F238E27FC236}">
                <a16:creationId xmlns:a16="http://schemas.microsoft.com/office/drawing/2014/main" id="{95CC8A2A-42AC-3573-C89C-96668D2B8B8C}"/>
              </a:ext>
            </a:extLst>
          </p:cNvPr>
          <p:cNvSpPr>
            <a:spLocks noGrp="1"/>
          </p:cNvSpPr>
          <p:nvPr>
            <p:ph type="body" sz="quarter" idx="19"/>
          </p:nvPr>
        </p:nvSpPr>
        <p:spPr>
          <a:xfrm>
            <a:off x="5065713" y="2169000"/>
            <a:ext cx="1255176" cy="1260000"/>
          </a:xfrm>
        </p:spPr>
        <p:txBody>
          <a:bodyPr/>
          <a:lstStyle/>
          <a:p>
            <a:r>
              <a:rPr lang="en-GB" dirty="0"/>
              <a:t>03</a:t>
            </a:r>
          </a:p>
        </p:txBody>
      </p:sp>
      <p:sp>
        <p:nvSpPr>
          <p:cNvPr id="11" name="Text Placeholder 10">
            <a:extLst>
              <a:ext uri="{FF2B5EF4-FFF2-40B4-BE49-F238E27FC236}">
                <a16:creationId xmlns:a16="http://schemas.microsoft.com/office/drawing/2014/main" id="{CD543719-E31C-9A14-1C62-1E0D31C0A752}"/>
              </a:ext>
            </a:extLst>
          </p:cNvPr>
          <p:cNvSpPr>
            <a:spLocks noGrp="1"/>
          </p:cNvSpPr>
          <p:nvPr>
            <p:ph type="body" sz="quarter" idx="20"/>
          </p:nvPr>
        </p:nvSpPr>
        <p:spPr>
          <a:xfrm flipH="1">
            <a:off x="9631363" y="2169000"/>
            <a:ext cx="1255176" cy="1260000"/>
          </a:xfrm>
        </p:spPr>
        <p:txBody>
          <a:bodyPr/>
          <a:lstStyle/>
          <a:p>
            <a:r>
              <a:rPr lang="en-GB" dirty="0"/>
              <a:t>05</a:t>
            </a:r>
          </a:p>
        </p:txBody>
      </p:sp>
      <p:sp>
        <p:nvSpPr>
          <p:cNvPr id="12" name="Text Placeholder 11">
            <a:extLst>
              <a:ext uri="{FF2B5EF4-FFF2-40B4-BE49-F238E27FC236}">
                <a16:creationId xmlns:a16="http://schemas.microsoft.com/office/drawing/2014/main" id="{7DD20BE6-4DD6-1CBB-9C8C-4BAAEBE3CAF3}"/>
              </a:ext>
            </a:extLst>
          </p:cNvPr>
          <p:cNvSpPr>
            <a:spLocks noGrp="1"/>
          </p:cNvSpPr>
          <p:nvPr>
            <p:ph type="body" sz="quarter" idx="21"/>
          </p:nvPr>
        </p:nvSpPr>
        <p:spPr>
          <a:xfrm flipH="1">
            <a:off x="2782888" y="2169000"/>
            <a:ext cx="1255176" cy="1260000"/>
          </a:xfrm>
        </p:spPr>
        <p:txBody>
          <a:bodyPr/>
          <a:lstStyle/>
          <a:p>
            <a:r>
              <a:rPr lang="en-GB" dirty="0"/>
              <a:t>02</a:t>
            </a:r>
          </a:p>
        </p:txBody>
      </p:sp>
      <p:sp>
        <p:nvSpPr>
          <p:cNvPr id="13" name="Text Placeholder 12">
            <a:extLst>
              <a:ext uri="{FF2B5EF4-FFF2-40B4-BE49-F238E27FC236}">
                <a16:creationId xmlns:a16="http://schemas.microsoft.com/office/drawing/2014/main" id="{891A5A15-12C7-F2C9-BF8F-3713077795F2}"/>
              </a:ext>
            </a:extLst>
          </p:cNvPr>
          <p:cNvSpPr>
            <a:spLocks noGrp="1"/>
          </p:cNvSpPr>
          <p:nvPr>
            <p:ph type="body" sz="quarter" idx="22"/>
          </p:nvPr>
        </p:nvSpPr>
        <p:spPr>
          <a:xfrm>
            <a:off x="7356475" y="2169000"/>
            <a:ext cx="1255176" cy="1260000"/>
          </a:xfrm>
        </p:spPr>
        <p:txBody>
          <a:bodyPr/>
          <a:lstStyle/>
          <a:p>
            <a:r>
              <a:rPr lang="en-GB" dirty="0"/>
              <a:t>04</a:t>
            </a:r>
          </a:p>
        </p:txBody>
      </p:sp>
      <p:sp>
        <p:nvSpPr>
          <p:cNvPr id="6" name="Content Placeholder 5">
            <a:extLst>
              <a:ext uri="{FF2B5EF4-FFF2-40B4-BE49-F238E27FC236}">
                <a16:creationId xmlns:a16="http://schemas.microsoft.com/office/drawing/2014/main" id="{3757F7B7-B7AC-4739-B791-5FD68CC1D974}"/>
              </a:ext>
            </a:extLst>
          </p:cNvPr>
          <p:cNvSpPr>
            <a:spLocks noGrp="1"/>
          </p:cNvSpPr>
          <p:nvPr>
            <p:ph type="body" sz="quarter" idx="23"/>
          </p:nvPr>
        </p:nvSpPr>
        <p:spPr>
          <a:xfrm>
            <a:off x="2782888" y="3600001"/>
            <a:ext cx="2063750" cy="2216600"/>
          </a:xfrm>
        </p:spPr>
        <p:txBody>
          <a:bodyPr/>
          <a:lstStyle/>
          <a:p>
            <a:pPr lvl="1"/>
            <a:r>
              <a:rPr lang="en-GB" dirty="0"/>
              <a:t>Agenda topic</a:t>
            </a:r>
          </a:p>
          <a:p>
            <a:r>
              <a:rPr lang="en-GB" dirty="0"/>
              <a:t>Description</a:t>
            </a:r>
          </a:p>
          <a:p>
            <a:r>
              <a:rPr lang="en-GB" dirty="0"/>
              <a:t>Page 00</a:t>
            </a:r>
          </a:p>
        </p:txBody>
      </p:sp>
      <p:sp>
        <p:nvSpPr>
          <p:cNvPr id="7" name="Content Placeholder 6">
            <a:extLst>
              <a:ext uri="{FF2B5EF4-FFF2-40B4-BE49-F238E27FC236}">
                <a16:creationId xmlns:a16="http://schemas.microsoft.com/office/drawing/2014/main" id="{5C8C7B60-ADD8-E2C6-9387-B67CBDC3BF3D}"/>
              </a:ext>
            </a:extLst>
          </p:cNvPr>
          <p:cNvSpPr>
            <a:spLocks noGrp="1"/>
          </p:cNvSpPr>
          <p:nvPr>
            <p:ph type="body" sz="quarter" idx="24"/>
          </p:nvPr>
        </p:nvSpPr>
        <p:spPr>
          <a:xfrm>
            <a:off x="5062537" y="3600000"/>
            <a:ext cx="2063750" cy="2216600"/>
          </a:xfrm>
        </p:spPr>
        <p:txBody>
          <a:bodyPr/>
          <a:lstStyle/>
          <a:p>
            <a:pPr lvl="1"/>
            <a:r>
              <a:rPr lang="en-GB" dirty="0"/>
              <a:t>Agenda topic</a:t>
            </a:r>
          </a:p>
          <a:p>
            <a:r>
              <a:rPr lang="en-GB" dirty="0"/>
              <a:t>Description</a:t>
            </a:r>
          </a:p>
          <a:p>
            <a:r>
              <a:rPr lang="en-GB" dirty="0"/>
              <a:t>Page 00</a:t>
            </a:r>
          </a:p>
        </p:txBody>
      </p:sp>
      <p:sp>
        <p:nvSpPr>
          <p:cNvPr id="8" name="Content Placeholder 7">
            <a:extLst>
              <a:ext uri="{FF2B5EF4-FFF2-40B4-BE49-F238E27FC236}">
                <a16:creationId xmlns:a16="http://schemas.microsoft.com/office/drawing/2014/main" id="{AE9ECCA1-E764-1C94-64DD-284CF88A0E3E}"/>
              </a:ext>
            </a:extLst>
          </p:cNvPr>
          <p:cNvSpPr>
            <a:spLocks noGrp="1"/>
          </p:cNvSpPr>
          <p:nvPr>
            <p:ph type="body" sz="quarter" idx="25"/>
          </p:nvPr>
        </p:nvSpPr>
        <p:spPr>
          <a:xfrm>
            <a:off x="7356475" y="3600000"/>
            <a:ext cx="2063750" cy="2216600"/>
          </a:xfrm>
        </p:spPr>
        <p:txBody>
          <a:bodyPr/>
          <a:lstStyle/>
          <a:p>
            <a:pPr lvl="1"/>
            <a:r>
              <a:rPr lang="en-GB" dirty="0"/>
              <a:t>Agenda topic</a:t>
            </a:r>
          </a:p>
          <a:p>
            <a:r>
              <a:rPr lang="en-GB" dirty="0"/>
              <a:t>Description</a:t>
            </a:r>
          </a:p>
          <a:p>
            <a:r>
              <a:rPr lang="en-GB" dirty="0"/>
              <a:t>Page 00</a:t>
            </a:r>
          </a:p>
        </p:txBody>
      </p:sp>
      <p:sp>
        <p:nvSpPr>
          <p:cNvPr id="9" name="Content Placeholder 8">
            <a:extLst>
              <a:ext uri="{FF2B5EF4-FFF2-40B4-BE49-F238E27FC236}">
                <a16:creationId xmlns:a16="http://schemas.microsoft.com/office/drawing/2014/main" id="{98B1F860-3132-99C1-CF37-1E5E69C243CF}"/>
              </a:ext>
            </a:extLst>
          </p:cNvPr>
          <p:cNvSpPr>
            <a:spLocks noGrp="1"/>
          </p:cNvSpPr>
          <p:nvPr>
            <p:ph type="body" sz="quarter" idx="26"/>
          </p:nvPr>
        </p:nvSpPr>
        <p:spPr>
          <a:xfrm>
            <a:off x="9650413" y="3600000"/>
            <a:ext cx="2036762" cy="2216600"/>
          </a:xfrm>
        </p:spPr>
        <p:txBody>
          <a:bodyPr/>
          <a:lstStyle/>
          <a:p>
            <a:pPr lvl="1"/>
            <a:r>
              <a:rPr lang="en-GB" dirty="0"/>
              <a:t>Agenda topic</a:t>
            </a:r>
          </a:p>
          <a:p>
            <a:r>
              <a:rPr lang="en-GB" dirty="0"/>
              <a:t>Description</a:t>
            </a:r>
          </a:p>
          <a:p>
            <a:r>
              <a:rPr lang="en-GB" dirty="0"/>
              <a:t>Page 00</a:t>
            </a:r>
          </a:p>
        </p:txBody>
      </p:sp>
      <p:sp>
        <p:nvSpPr>
          <p:cNvPr id="25" name="Text Placeholder 24">
            <a:extLst>
              <a:ext uri="{FF2B5EF4-FFF2-40B4-BE49-F238E27FC236}">
                <a16:creationId xmlns:a16="http://schemas.microsoft.com/office/drawing/2014/main" id="{D8B47ACC-C378-5422-8813-AC84178DB0CD}"/>
              </a:ext>
            </a:extLst>
          </p:cNvPr>
          <p:cNvSpPr>
            <a:spLocks noGrp="1"/>
          </p:cNvSpPr>
          <p:nvPr>
            <p:ph type="body" sz="quarter" idx="27"/>
          </p:nvPr>
        </p:nvSpPr>
        <p:spPr>
          <a:xfrm>
            <a:off x="501650" y="3600000"/>
            <a:ext cx="2065339" cy="2216600"/>
          </a:xfrm>
        </p:spPr>
        <p:txBody>
          <a:bodyPr/>
          <a:lstStyle/>
          <a:p>
            <a:pPr lvl="1"/>
            <a:r>
              <a:rPr lang="en-GB" dirty="0"/>
              <a:t>Agenda topic</a:t>
            </a:r>
          </a:p>
          <a:p>
            <a:r>
              <a:rPr lang="en-GB" dirty="0"/>
              <a:t>Description</a:t>
            </a:r>
          </a:p>
          <a:p>
            <a:r>
              <a:rPr lang="en-GB" dirty="0"/>
              <a:t>Page 00</a:t>
            </a:r>
          </a:p>
        </p:txBody>
      </p:sp>
    </p:spTree>
    <p:extLst>
      <p:ext uri="{BB962C8B-B14F-4D97-AF65-F5344CB8AC3E}">
        <p14:creationId xmlns:p14="http://schemas.microsoft.com/office/powerpoint/2010/main" val="57093385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C23D2-BC4B-7761-B243-9DC40EEDB28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5673A74-9147-2583-88E3-A412E043E425}"/>
              </a:ext>
            </a:extLst>
          </p:cNvPr>
          <p:cNvSpPr>
            <a:spLocks noGrp="1"/>
          </p:cNvSpPr>
          <p:nvPr>
            <p:ph type="body" sz="quarter" idx="18"/>
          </p:nvPr>
        </p:nvSpPr>
        <p:spPr>
          <a:xfrm>
            <a:off x="501650" y="2169000"/>
            <a:ext cx="1255176" cy="1260000"/>
          </a:xfrm>
        </p:spPr>
        <p:txBody>
          <a:bodyPr/>
          <a:lstStyle/>
          <a:p>
            <a:r>
              <a:rPr lang="en-GB" dirty="0"/>
              <a:t>01</a:t>
            </a:r>
          </a:p>
        </p:txBody>
      </p:sp>
      <p:sp>
        <p:nvSpPr>
          <p:cNvPr id="3" name="Title 2">
            <a:extLst>
              <a:ext uri="{FF2B5EF4-FFF2-40B4-BE49-F238E27FC236}">
                <a16:creationId xmlns:a16="http://schemas.microsoft.com/office/drawing/2014/main" id="{E7BF48D1-F9B7-CFEF-F380-E54A3C0B9841}"/>
              </a:ext>
            </a:extLst>
          </p:cNvPr>
          <p:cNvSpPr>
            <a:spLocks noGrp="1"/>
          </p:cNvSpPr>
          <p:nvPr>
            <p:ph type="title"/>
          </p:nvPr>
        </p:nvSpPr>
        <p:spPr>
          <a:xfrm>
            <a:off x="504000" y="720001"/>
            <a:ext cx="11185200" cy="676799"/>
          </a:xfrm>
        </p:spPr>
        <p:txBody>
          <a:bodyPr/>
          <a:lstStyle/>
          <a:p>
            <a:r>
              <a:rPr lang="en-GB" dirty="0"/>
              <a:t>Agenda</a:t>
            </a:r>
          </a:p>
        </p:txBody>
      </p:sp>
      <p:sp>
        <p:nvSpPr>
          <p:cNvPr id="37" name="Text Placeholder 36">
            <a:extLst>
              <a:ext uri="{FF2B5EF4-FFF2-40B4-BE49-F238E27FC236}">
                <a16:creationId xmlns:a16="http://schemas.microsoft.com/office/drawing/2014/main" id="{AE44DB49-6D62-0D29-7D18-CCB8C4AA4154}"/>
              </a:ext>
            </a:extLst>
          </p:cNvPr>
          <p:cNvSpPr>
            <a:spLocks noGrp="1"/>
          </p:cNvSpPr>
          <p:nvPr>
            <p:ph type="body" sz="quarter" idx="13"/>
          </p:nvPr>
        </p:nvSpPr>
        <p:spPr/>
        <p:txBody>
          <a:bodyPr/>
          <a:lstStyle/>
          <a:p>
            <a:endParaRPr lang="en-GB"/>
          </a:p>
        </p:txBody>
      </p:sp>
      <p:sp>
        <p:nvSpPr>
          <p:cNvPr id="10" name="Text Placeholder 9">
            <a:extLst>
              <a:ext uri="{FF2B5EF4-FFF2-40B4-BE49-F238E27FC236}">
                <a16:creationId xmlns:a16="http://schemas.microsoft.com/office/drawing/2014/main" id="{672AA510-7BF8-836F-186E-4C93F9EB7072}"/>
              </a:ext>
            </a:extLst>
          </p:cNvPr>
          <p:cNvSpPr>
            <a:spLocks noGrp="1"/>
          </p:cNvSpPr>
          <p:nvPr>
            <p:ph type="body" sz="quarter" idx="19"/>
          </p:nvPr>
        </p:nvSpPr>
        <p:spPr>
          <a:xfrm>
            <a:off x="5065713" y="2169000"/>
            <a:ext cx="1255176" cy="1260000"/>
          </a:xfrm>
        </p:spPr>
        <p:txBody>
          <a:bodyPr/>
          <a:lstStyle/>
          <a:p>
            <a:r>
              <a:rPr lang="en-GB" dirty="0"/>
              <a:t>03</a:t>
            </a:r>
          </a:p>
        </p:txBody>
      </p:sp>
      <p:sp>
        <p:nvSpPr>
          <p:cNvPr id="12" name="Text Placeholder 11">
            <a:extLst>
              <a:ext uri="{FF2B5EF4-FFF2-40B4-BE49-F238E27FC236}">
                <a16:creationId xmlns:a16="http://schemas.microsoft.com/office/drawing/2014/main" id="{D492A8D8-1F37-EDF1-84A5-D6637909F758}"/>
              </a:ext>
            </a:extLst>
          </p:cNvPr>
          <p:cNvSpPr>
            <a:spLocks noGrp="1"/>
          </p:cNvSpPr>
          <p:nvPr>
            <p:ph type="body" sz="quarter" idx="21"/>
          </p:nvPr>
        </p:nvSpPr>
        <p:spPr>
          <a:xfrm flipH="1">
            <a:off x="2782888" y="2169000"/>
            <a:ext cx="1255176" cy="1260000"/>
          </a:xfrm>
        </p:spPr>
        <p:txBody>
          <a:bodyPr/>
          <a:lstStyle/>
          <a:p>
            <a:r>
              <a:rPr lang="en-GB" dirty="0"/>
              <a:t>02</a:t>
            </a:r>
          </a:p>
        </p:txBody>
      </p:sp>
      <p:sp>
        <p:nvSpPr>
          <p:cNvPr id="13" name="Text Placeholder 12">
            <a:extLst>
              <a:ext uri="{FF2B5EF4-FFF2-40B4-BE49-F238E27FC236}">
                <a16:creationId xmlns:a16="http://schemas.microsoft.com/office/drawing/2014/main" id="{D22AF875-98D0-85A9-2EBA-428112BE33E6}"/>
              </a:ext>
            </a:extLst>
          </p:cNvPr>
          <p:cNvSpPr>
            <a:spLocks noGrp="1"/>
          </p:cNvSpPr>
          <p:nvPr>
            <p:ph type="body" sz="quarter" idx="22"/>
          </p:nvPr>
        </p:nvSpPr>
        <p:spPr>
          <a:xfrm>
            <a:off x="7356475" y="2169000"/>
            <a:ext cx="1255176" cy="1260000"/>
          </a:xfrm>
        </p:spPr>
        <p:txBody>
          <a:bodyPr/>
          <a:lstStyle/>
          <a:p>
            <a:r>
              <a:rPr lang="en-GB" dirty="0"/>
              <a:t>04</a:t>
            </a:r>
          </a:p>
        </p:txBody>
      </p:sp>
      <p:sp>
        <p:nvSpPr>
          <p:cNvPr id="6" name="Content Placeholder 5">
            <a:extLst>
              <a:ext uri="{FF2B5EF4-FFF2-40B4-BE49-F238E27FC236}">
                <a16:creationId xmlns:a16="http://schemas.microsoft.com/office/drawing/2014/main" id="{68A11D6E-7728-FF32-0B43-C2DEF50F092F}"/>
              </a:ext>
            </a:extLst>
          </p:cNvPr>
          <p:cNvSpPr>
            <a:spLocks noGrp="1"/>
          </p:cNvSpPr>
          <p:nvPr>
            <p:ph type="body" sz="quarter" idx="23"/>
          </p:nvPr>
        </p:nvSpPr>
        <p:spPr>
          <a:xfrm>
            <a:off x="2782888" y="3600001"/>
            <a:ext cx="2063750" cy="2216600"/>
          </a:xfrm>
        </p:spPr>
        <p:txBody>
          <a:bodyPr/>
          <a:lstStyle/>
          <a:p>
            <a:pPr lvl="1"/>
            <a:r>
              <a:rPr lang="en-GB" dirty="0"/>
              <a:t>Agenda topic</a:t>
            </a:r>
          </a:p>
          <a:p>
            <a:r>
              <a:rPr lang="en-GB" dirty="0"/>
              <a:t>Description</a:t>
            </a:r>
          </a:p>
          <a:p>
            <a:r>
              <a:rPr lang="en-GB" dirty="0"/>
              <a:t>Page 00</a:t>
            </a:r>
          </a:p>
        </p:txBody>
      </p:sp>
      <p:sp>
        <p:nvSpPr>
          <p:cNvPr id="7" name="Content Placeholder 6">
            <a:extLst>
              <a:ext uri="{FF2B5EF4-FFF2-40B4-BE49-F238E27FC236}">
                <a16:creationId xmlns:a16="http://schemas.microsoft.com/office/drawing/2014/main" id="{58DAD428-B5D3-A26E-D7CB-41AC5F003461}"/>
              </a:ext>
            </a:extLst>
          </p:cNvPr>
          <p:cNvSpPr>
            <a:spLocks noGrp="1"/>
          </p:cNvSpPr>
          <p:nvPr>
            <p:ph type="body" sz="quarter" idx="24"/>
          </p:nvPr>
        </p:nvSpPr>
        <p:spPr>
          <a:xfrm>
            <a:off x="5062537" y="3600000"/>
            <a:ext cx="2063750" cy="2216600"/>
          </a:xfrm>
        </p:spPr>
        <p:txBody>
          <a:bodyPr/>
          <a:lstStyle/>
          <a:p>
            <a:pPr lvl="1"/>
            <a:r>
              <a:rPr lang="en-GB" dirty="0"/>
              <a:t>Agenda topic</a:t>
            </a:r>
          </a:p>
          <a:p>
            <a:r>
              <a:rPr lang="en-GB" dirty="0"/>
              <a:t>Description</a:t>
            </a:r>
          </a:p>
          <a:p>
            <a:r>
              <a:rPr lang="en-GB" dirty="0"/>
              <a:t>Page 00</a:t>
            </a:r>
          </a:p>
        </p:txBody>
      </p:sp>
      <p:sp>
        <p:nvSpPr>
          <p:cNvPr id="8" name="Content Placeholder 7">
            <a:extLst>
              <a:ext uri="{FF2B5EF4-FFF2-40B4-BE49-F238E27FC236}">
                <a16:creationId xmlns:a16="http://schemas.microsoft.com/office/drawing/2014/main" id="{DF2B4FE6-3238-11C6-687C-6EC4AB7376BF}"/>
              </a:ext>
            </a:extLst>
          </p:cNvPr>
          <p:cNvSpPr>
            <a:spLocks noGrp="1"/>
          </p:cNvSpPr>
          <p:nvPr>
            <p:ph type="body" sz="quarter" idx="25"/>
          </p:nvPr>
        </p:nvSpPr>
        <p:spPr>
          <a:xfrm>
            <a:off x="7356475" y="3600000"/>
            <a:ext cx="2063750" cy="2216600"/>
          </a:xfrm>
        </p:spPr>
        <p:txBody>
          <a:bodyPr/>
          <a:lstStyle/>
          <a:p>
            <a:pPr lvl="1"/>
            <a:r>
              <a:rPr lang="en-GB" dirty="0"/>
              <a:t>Agenda topic</a:t>
            </a:r>
          </a:p>
          <a:p>
            <a:r>
              <a:rPr lang="en-GB" dirty="0"/>
              <a:t>Description</a:t>
            </a:r>
          </a:p>
          <a:p>
            <a:r>
              <a:rPr lang="en-GB" dirty="0"/>
              <a:t>Page 00</a:t>
            </a:r>
          </a:p>
        </p:txBody>
      </p:sp>
      <p:sp>
        <p:nvSpPr>
          <p:cNvPr id="25" name="Text Placeholder 24">
            <a:extLst>
              <a:ext uri="{FF2B5EF4-FFF2-40B4-BE49-F238E27FC236}">
                <a16:creationId xmlns:a16="http://schemas.microsoft.com/office/drawing/2014/main" id="{2EC962F0-43EA-E92E-69B2-2DE0BFCBD4FB}"/>
              </a:ext>
            </a:extLst>
          </p:cNvPr>
          <p:cNvSpPr>
            <a:spLocks noGrp="1"/>
          </p:cNvSpPr>
          <p:nvPr>
            <p:ph type="body" sz="quarter" idx="27"/>
          </p:nvPr>
        </p:nvSpPr>
        <p:spPr>
          <a:xfrm>
            <a:off x="501650" y="3600000"/>
            <a:ext cx="2065339" cy="2216600"/>
          </a:xfrm>
        </p:spPr>
        <p:txBody>
          <a:bodyPr/>
          <a:lstStyle/>
          <a:p>
            <a:pPr lvl="1"/>
            <a:r>
              <a:rPr lang="en-GB" dirty="0"/>
              <a:t>Agenda topic</a:t>
            </a:r>
          </a:p>
          <a:p>
            <a:r>
              <a:rPr lang="en-GB" dirty="0"/>
              <a:t>Description</a:t>
            </a:r>
          </a:p>
          <a:p>
            <a:r>
              <a:rPr lang="en-GB" dirty="0"/>
              <a:t>Page 00</a:t>
            </a:r>
          </a:p>
        </p:txBody>
      </p:sp>
    </p:spTree>
    <p:extLst>
      <p:ext uri="{BB962C8B-B14F-4D97-AF65-F5344CB8AC3E}">
        <p14:creationId xmlns:p14="http://schemas.microsoft.com/office/powerpoint/2010/main" val="241887266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D541C12-7E20-2899-57D0-03732CC5E258}"/>
              </a:ext>
            </a:extLst>
          </p:cNvPr>
          <p:cNvSpPr>
            <a:spLocks noGrp="1"/>
          </p:cNvSpPr>
          <p:nvPr>
            <p:ph type="body" sz="quarter" idx="18"/>
          </p:nvPr>
        </p:nvSpPr>
        <p:spPr/>
        <p:txBody>
          <a:bodyPr/>
          <a:lstStyle/>
          <a:p>
            <a:r>
              <a:rPr lang="en-GB" dirty="0"/>
              <a:t>01</a:t>
            </a:r>
          </a:p>
        </p:txBody>
      </p:sp>
      <p:sp>
        <p:nvSpPr>
          <p:cNvPr id="3" name="Title 2">
            <a:extLst>
              <a:ext uri="{FF2B5EF4-FFF2-40B4-BE49-F238E27FC236}">
                <a16:creationId xmlns:a16="http://schemas.microsoft.com/office/drawing/2014/main" id="{934AECB4-6CE6-EEF9-CC7B-06AAFF2C8186}"/>
              </a:ext>
            </a:extLst>
          </p:cNvPr>
          <p:cNvSpPr>
            <a:spLocks noGrp="1"/>
          </p:cNvSpPr>
          <p:nvPr>
            <p:ph type="title"/>
          </p:nvPr>
        </p:nvSpPr>
        <p:spPr/>
        <p:txBody>
          <a:bodyPr/>
          <a:lstStyle/>
          <a:p>
            <a:r>
              <a:rPr lang="en-GB" dirty="0"/>
              <a:t>Agenda</a:t>
            </a:r>
          </a:p>
        </p:txBody>
      </p:sp>
      <p:sp>
        <p:nvSpPr>
          <p:cNvPr id="4" name="Content Placeholder 3">
            <a:extLst>
              <a:ext uri="{FF2B5EF4-FFF2-40B4-BE49-F238E27FC236}">
                <a16:creationId xmlns:a16="http://schemas.microsoft.com/office/drawing/2014/main" id="{4F903B16-AD5A-D233-CDE2-2B9029CFE383}"/>
              </a:ext>
            </a:extLst>
          </p:cNvPr>
          <p:cNvSpPr>
            <a:spLocks noGrp="1"/>
          </p:cNvSpPr>
          <p:nvPr>
            <p:ph idx="1"/>
          </p:nvPr>
        </p:nvSpPr>
        <p:spPr/>
        <p:txBody>
          <a:bodyPr/>
          <a:lstStyle/>
          <a:p>
            <a:pPr lvl="1"/>
            <a:r>
              <a:rPr lang="en-GB" dirty="0"/>
              <a:t>Agenda topic</a:t>
            </a:r>
          </a:p>
          <a:p>
            <a:r>
              <a:rPr lang="en-GB" dirty="0"/>
              <a:t>Description</a:t>
            </a:r>
          </a:p>
          <a:p>
            <a:r>
              <a:rPr lang="en-GB" dirty="0"/>
              <a:t>Page 00</a:t>
            </a:r>
          </a:p>
        </p:txBody>
      </p:sp>
      <p:sp>
        <p:nvSpPr>
          <p:cNvPr id="5" name="Text Placeholder 4">
            <a:extLst>
              <a:ext uri="{FF2B5EF4-FFF2-40B4-BE49-F238E27FC236}">
                <a16:creationId xmlns:a16="http://schemas.microsoft.com/office/drawing/2014/main" id="{A06752B8-DED4-8752-EF7C-184E1BEC472C}"/>
              </a:ext>
            </a:extLst>
          </p:cNvPr>
          <p:cNvSpPr>
            <a:spLocks noGrp="1"/>
          </p:cNvSpPr>
          <p:nvPr>
            <p:ph type="body" sz="quarter" idx="13"/>
          </p:nvPr>
        </p:nvSpPr>
        <p:spPr/>
        <p:txBody>
          <a:bodyPr/>
          <a:lstStyle/>
          <a:p>
            <a:endParaRPr lang="en-GB"/>
          </a:p>
        </p:txBody>
      </p:sp>
      <p:sp>
        <p:nvSpPr>
          <p:cNvPr id="6" name="Content Placeholder 5">
            <a:extLst>
              <a:ext uri="{FF2B5EF4-FFF2-40B4-BE49-F238E27FC236}">
                <a16:creationId xmlns:a16="http://schemas.microsoft.com/office/drawing/2014/main" id="{6F3EDCB4-A1A3-00B2-9928-533D29153195}"/>
              </a:ext>
            </a:extLst>
          </p:cNvPr>
          <p:cNvSpPr>
            <a:spLocks noGrp="1"/>
          </p:cNvSpPr>
          <p:nvPr>
            <p:ph idx="14"/>
          </p:nvPr>
        </p:nvSpPr>
        <p:spPr/>
        <p:txBody>
          <a:bodyPr/>
          <a:lstStyle/>
          <a:p>
            <a:pPr lvl="1"/>
            <a:r>
              <a:rPr lang="en-GB" dirty="0"/>
              <a:t>Agenda topic</a:t>
            </a:r>
          </a:p>
          <a:p>
            <a:r>
              <a:rPr lang="en-GB" dirty="0"/>
              <a:t>Description</a:t>
            </a:r>
          </a:p>
          <a:p>
            <a:r>
              <a:rPr lang="en-GB" dirty="0"/>
              <a:t>Page 00</a:t>
            </a:r>
          </a:p>
        </p:txBody>
      </p:sp>
      <p:sp>
        <p:nvSpPr>
          <p:cNvPr id="7" name="Content Placeholder 6">
            <a:extLst>
              <a:ext uri="{FF2B5EF4-FFF2-40B4-BE49-F238E27FC236}">
                <a16:creationId xmlns:a16="http://schemas.microsoft.com/office/drawing/2014/main" id="{24F09C4B-882E-AD0B-B906-650722A2D221}"/>
              </a:ext>
            </a:extLst>
          </p:cNvPr>
          <p:cNvSpPr>
            <a:spLocks noGrp="1"/>
          </p:cNvSpPr>
          <p:nvPr>
            <p:ph idx="15"/>
          </p:nvPr>
        </p:nvSpPr>
        <p:spPr/>
        <p:txBody>
          <a:bodyPr/>
          <a:lstStyle/>
          <a:p>
            <a:pPr lvl="1"/>
            <a:r>
              <a:rPr lang="en-GB" dirty="0"/>
              <a:t>Agenda topic</a:t>
            </a:r>
          </a:p>
          <a:p>
            <a:r>
              <a:rPr lang="en-GB" dirty="0"/>
              <a:t>Description</a:t>
            </a:r>
          </a:p>
          <a:p>
            <a:r>
              <a:rPr lang="en-GB" dirty="0"/>
              <a:t>Page 00</a:t>
            </a:r>
          </a:p>
        </p:txBody>
      </p:sp>
      <p:sp>
        <p:nvSpPr>
          <p:cNvPr id="8" name="Text Placeholder 7">
            <a:extLst>
              <a:ext uri="{FF2B5EF4-FFF2-40B4-BE49-F238E27FC236}">
                <a16:creationId xmlns:a16="http://schemas.microsoft.com/office/drawing/2014/main" id="{09AE4C1A-A902-9135-6C4A-1D05D7BDDA09}"/>
              </a:ext>
            </a:extLst>
          </p:cNvPr>
          <p:cNvSpPr>
            <a:spLocks noGrp="1"/>
          </p:cNvSpPr>
          <p:nvPr>
            <p:ph type="body" sz="quarter" idx="19"/>
          </p:nvPr>
        </p:nvSpPr>
        <p:spPr/>
        <p:txBody>
          <a:bodyPr/>
          <a:lstStyle/>
          <a:p>
            <a:r>
              <a:rPr lang="en-GB" dirty="0"/>
              <a:t>03</a:t>
            </a:r>
          </a:p>
        </p:txBody>
      </p:sp>
      <p:sp>
        <p:nvSpPr>
          <p:cNvPr id="9" name="Text Placeholder 8">
            <a:extLst>
              <a:ext uri="{FF2B5EF4-FFF2-40B4-BE49-F238E27FC236}">
                <a16:creationId xmlns:a16="http://schemas.microsoft.com/office/drawing/2014/main" id="{AC783BB4-2D6A-FF65-1573-8CB55E9B4E9B}"/>
              </a:ext>
            </a:extLst>
          </p:cNvPr>
          <p:cNvSpPr>
            <a:spLocks noGrp="1"/>
          </p:cNvSpPr>
          <p:nvPr>
            <p:ph type="body" sz="quarter" idx="21"/>
          </p:nvPr>
        </p:nvSpPr>
        <p:spPr/>
        <p:txBody>
          <a:bodyPr/>
          <a:lstStyle/>
          <a:p>
            <a:r>
              <a:rPr lang="en-GB" dirty="0"/>
              <a:t>02</a:t>
            </a:r>
          </a:p>
        </p:txBody>
      </p:sp>
    </p:spTree>
    <p:extLst>
      <p:ext uri="{BB962C8B-B14F-4D97-AF65-F5344CB8AC3E}">
        <p14:creationId xmlns:p14="http://schemas.microsoft.com/office/powerpoint/2010/main" val="414949820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CC8D67A-45A5-9EBA-0442-704B5E9ED61C}"/>
              </a:ext>
            </a:extLst>
          </p:cNvPr>
          <p:cNvSpPr>
            <a:spLocks noGrp="1"/>
          </p:cNvSpPr>
          <p:nvPr>
            <p:ph type="title"/>
          </p:nvPr>
        </p:nvSpPr>
        <p:spPr/>
        <p:txBody>
          <a:bodyPr/>
          <a:lstStyle/>
          <a:p>
            <a:r>
              <a:rPr lang="en-GB" dirty="0"/>
              <a:t>Agenda</a:t>
            </a:r>
          </a:p>
        </p:txBody>
      </p:sp>
      <p:sp>
        <p:nvSpPr>
          <p:cNvPr id="10" name="Text Placeholder 9">
            <a:extLst>
              <a:ext uri="{FF2B5EF4-FFF2-40B4-BE49-F238E27FC236}">
                <a16:creationId xmlns:a16="http://schemas.microsoft.com/office/drawing/2014/main" id="{C55B9689-CC28-3729-5191-58BE49B2498E}"/>
              </a:ext>
            </a:extLst>
          </p:cNvPr>
          <p:cNvSpPr>
            <a:spLocks noGrp="1"/>
          </p:cNvSpPr>
          <p:nvPr>
            <p:ph type="body" sz="quarter" idx="13"/>
          </p:nvPr>
        </p:nvSpPr>
        <p:spPr/>
        <p:txBody>
          <a:bodyPr/>
          <a:lstStyle/>
          <a:p>
            <a:endParaRPr lang="en-GB"/>
          </a:p>
        </p:txBody>
      </p:sp>
      <p:sp>
        <p:nvSpPr>
          <p:cNvPr id="11" name="Text Placeholder 10">
            <a:extLst>
              <a:ext uri="{FF2B5EF4-FFF2-40B4-BE49-F238E27FC236}">
                <a16:creationId xmlns:a16="http://schemas.microsoft.com/office/drawing/2014/main" id="{1E91145E-7449-0943-1674-61FCB9572C3B}"/>
              </a:ext>
            </a:extLst>
          </p:cNvPr>
          <p:cNvSpPr>
            <a:spLocks noGrp="1"/>
          </p:cNvSpPr>
          <p:nvPr>
            <p:ph type="body" sz="quarter" idx="14"/>
          </p:nvPr>
        </p:nvSpPr>
        <p:spPr/>
        <p:txBody>
          <a:bodyPr/>
          <a:lstStyle/>
          <a:p>
            <a:pPr lvl="1"/>
            <a:r>
              <a:rPr lang="en-GB" dirty="0"/>
              <a:t>1.</a:t>
            </a:r>
          </a:p>
          <a:p>
            <a:pPr lvl="1"/>
            <a:r>
              <a:rPr lang="en-GB" dirty="0"/>
              <a:t>Agenda topic</a:t>
            </a:r>
          </a:p>
          <a:p>
            <a:r>
              <a:rPr lang="en-GB" dirty="0"/>
              <a:t>Descriptor</a:t>
            </a:r>
          </a:p>
          <a:p>
            <a:r>
              <a:rPr lang="en-GB" sz="1200" dirty="0"/>
              <a:t>Page 00</a:t>
            </a:r>
          </a:p>
        </p:txBody>
      </p:sp>
      <p:sp>
        <p:nvSpPr>
          <p:cNvPr id="12" name="Text Placeholder 11">
            <a:extLst>
              <a:ext uri="{FF2B5EF4-FFF2-40B4-BE49-F238E27FC236}">
                <a16:creationId xmlns:a16="http://schemas.microsoft.com/office/drawing/2014/main" id="{58B299ED-A723-ED20-165E-D45D4B13F0E2}"/>
              </a:ext>
            </a:extLst>
          </p:cNvPr>
          <p:cNvSpPr>
            <a:spLocks noGrp="1"/>
          </p:cNvSpPr>
          <p:nvPr>
            <p:ph type="body" sz="quarter" idx="15"/>
          </p:nvPr>
        </p:nvSpPr>
        <p:spPr/>
        <p:txBody>
          <a:bodyPr/>
          <a:lstStyle/>
          <a:p>
            <a:pPr lvl="1"/>
            <a:r>
              <a:rPr lang="en-GB" dirty="0"/>
              <a:t>2.</a:t>
            </a:r>
          </a:p>
          <a:p>
            <a:pPr lvl="1"/>
            <a:r>
              <a:rPr lang="en-GB" dirty="0"/>
              <a:t>Agenda topic</a:t>
            </a:r>
          </a:p>
          <a:p>
            <a:r>
              <a:rPr lang="en-GB" dirty="0"/>
              <a:t>Descriptor</a:t>
            </a:r>
          </a:p>
          <a:p>
            <a:r>
              <a:rPr lang="en-GB" sz="1200" dirty="0"/>
              <a:t>Page 00</a:t>
            </a:r>
          </a:p>
        </p:txBody>
      </p:sp>
      <p:sp>
        <p:nvSpPr>
          <p:cNvPr id="13" name="Text Placeholder 12">
            <a:extLst>
              <a:ext uri="{FF2B5EF4-FFF2-40B4-BE49-F238E27FC236}">
                <a16:creationId xmlns:a16="http://schemas.microsoft.com/office/drawing/2014/main" id="{2CA80D80-E625-BFA0-609E-1C6322D13666}"/>
              </a:ext>
            </a:extLst>
          </p:cNvPr>
          <p:cNvSpPr>
            <a:spLocks noGrp="1"/>
          </p:cNvSpPr>
          <p:nvPr>
            <p:ph type="body" sz="quarter" idx="16"/>
          </p:nvPr>
        </p:nvSpPr>
        <p:spPr/>
        <p:txBody>
          <a:bodyPr/>
          <a:lstStyle/>
          <a:p>
            <a:pPr lvl="1"/>
            <a:r>
              <a:rPr lang="en-GB" dirty="0"/>
              <a:t>3.</a:t>
            </a:r>
          </a:p>
          <a:p>
            <a:pPr lvl="1"/>
            <a:r>
              <a:rPr lang="en-GB" dirty="0"/>
              <a:t>Agenda topic</a:t>
            </a:r>
          </a:p>
          <a:p>
            <a:r>
              <a:rPr lang="en-GB" dirty="0"/>
              <a:t>Descriptor</a:t>
            </a:r>
          </a:p>
          <a:p>
            <a:r>
              <a:rPr lang="en-GB" sz="1200" dirty="0"/>
              <a:t>Page 00</a:t>
            </a:r>
          </a:p>
        </p:txBody>
      </p:sp>
      <p:sp>
        <p:nvSpPr>
          <p:cNvPr id="14" name="Text Placeholder 13">
            <a:extLst>
              <a:ext uri="{FF2B5EF4-FFF2-40B4-BE49-F238E27FC236}">
                <a16:creationId xmlns:a16="http://schemas.microsoft.com/office/drawing/2014/main" id="{804D0F4C-2C95-8CDA-68F5-1CD6251928EF}"/>
              </a:ext>
            </a:extLst>
          </p:cNvPr>
          <p:cNvSpPr>
            <a:spLocks noGrp="1"/>
          </p:cNvSpPr>
          <p:nvPr>
            <p:ph type="body" sz="quarter" idx="17"/>
          </p:nvPr>
        </p:nvSpPr>
        <p:spPr/>
        <p:txBody>
          <a:bodyPr/>
          <a:lstStyle/>
          <a:p>
            <a:pPr lvl="1"/>
            <a:r>
              <a:rPr lang="en-GB" dirty="0"/>
              <a:t>4.</a:t>
            </a:r>
          </a:p>
          <a:p>
            <a:pPr lvl="1"/>
            <a:r>
              <a:rPr lang="en-GB" dirty="0"/>
              <a:t>Agenda topic</a:t>
            </a:r>
          </a:p>
          <a:p>
            <a:r>
              <a:rPr lang="en-GB" dirty="0"/>
              <a:t>Descriptor</a:t>
            </a:r>
          </a:p>
          <a:p>
            <a:r>
              <a:rPr lang="en-GB" sz="1200" dirty="0"/>
              <a:t>Page 00</a:t>
            </a:r>
          </a:p>
        </p:txBody>
      </p:sp>
      <p:sp>
        <p:nvSpPr>
          <p:cNvPr id="15" name="Text Placeholder 14">
            <a:extLst>
              <a:ext uri="{FF2B5EF4-FFF2-40B4-BE49-F238E27FC236}">
                <a16:creationId xmlns:a16="http://schemas.microsoft.com/office/drawing/2014/main" id="{08DD2E3B-B987-84D1-9A00-6E6C81BA3ECA}"/>
              </a:ext>
            </a:extLst>
          </p:cNvPr>
          <p:cNvSpPr>
            <a:spLocks noGrp="1"/>
          </p:cNvSpPr>
          <p:nvPr>
            <p:ph type="body" sz="quarter" idx="18"/>
          </p:nvPr>
        </p:nvSpPr>
        <p:spPr/>
        <p:txBody>
          <a:bodyPr/>
          <a:lstStyle/>
          <a:p>
            <a:pPr lvl="1"/>
            <a:r>
              <a:rPr lang="en-GB" dirty="0"/>
              <a:t>5.</a:t>
            </a:r>
          </a:p>
          <a:p>
            <a:pPr lvl="1"/>
            <a:r>
              <a:rPr lang="en-GB" dirty="0"/>
              <a:t>Agenda topic</a:t>
            </a:r>
          </a:p>
          <a:p>
            <a:r>
              <a:rPr lang="en-GB" dirty="0"/>
              <a:t>Descriptor</a:t>
            </a:r>
          </a:p>
          <a:p>
            <a:r>
              <a:rPr lang="en-GB" sz="1200" dirty="0"/>
              <a:t>Page 00</a:t>
            </a:r>
          </a:p>
        </p:txBody>
      </p:sp>
      <p:sp>
        <p:nvSpPr>
          <p:cNvPr id="16" name="Text Placeholder 15">
            <a:extLst>
              <a:ext uri="{FF2B5EF4-FFF2-40B4-BE49-F238E27FC236}">
                <a16:creationId xmlns:a16="http://schemas.microsoft.com/office/drawing/2014/main" id="{EE6B0C47-CC65-8612-E5AD-87B432B30F66}"/>
              </a:ext>
            </a:extLst>
          </p:cNvPr>
          <p:cNvSpPr>
            <a:spLocks noGrp="1"/>
          </p:cNvSpPr>
          <p:nvPr>
            <p:ph type="body" sz="quarter" idx="19"/>
          </p:nvPr>
        </p:nvSpPr>
        <p:spPr/>
        <p:txBody>
          <a:bodyPr/>
          <a:lstStyle/>
          <a:p>
            <a:pPr lvl="1"/>
            <a:r>
              <a:rPr lang="en-GB" dirty="0"/>
              <a:t>6.</a:t>
            </a:r>
          </a:p>
          <a:p>
            <a:pPr lvl="1"/>
            <a:r>
              <a:rPr lang="en-GB" dirty="0"/>
              <a:t>Agenda topic</a:t>
            </a:r>
          </a:p>
          <a:p>
            <a:r>
              <a:rPr lang="en-GB" dirty="0"/>
              <a:t>Descriptor</a:t>
            </a:r>
          </a:p>
          <a:p>
            <a:r>
              <a:rPr lang="en-GB" sz="1200" dirty="0"/>
              <a:t>Page 00</a:t>
            </a:r>
          </a:p>
        </p:txBody>
      </p:sp>
      <p:sp>
        <p:nvSpPr>
          <p:cNvPr id="17" name="Text Placeholder 16">
            <a:extLst>
              <a:ext uri="{FF2B5EF4-FFF2-40B4-BE49-F238E27FC236}">
                <a16:creationId xmlns:a16="http://schemas.microsoft.com/office/drawing/2014/main" id="{B48154FB-CCF1-FC59-44A1-B2361FFCFCC4}"/>
              </a:ext>
            </a:extLst>
          </p:cNvPr>
          <p:cNvSpPr>
            <a:spLocks noGrp="1"/>
          </p:cNvSpPr>
          <p:nvPr>
            <p:ph type="body" sz="quarter" idx="20"/>
          </p:nvPr>
        </p:nvSpPr>
        <p:spPr/>
        <p:txBody>
          <a:bodyPr/>
          <a:lstStyle/>
          <a:p>
            <a:pPr lvl="1"/>
            <a:r>
              <a:rPr lang="en-GB" dirty="0"/>
              <a:t>7.</a:t>
            </a:r>
          </a:p>
          <a:p>
            <a:pPr lvl="1"/>
            <a:r>
              <a:rPr lang="en-GB" dirty="0"/>
              <a:t>Agenda topic</a:t>
            </a:r>
          </a:p>
          <a:p>
            <a:r>
              <a:rPr lang="en-GB" dirty="0"/>
              <a:t>Descriptor</a:t>
            </a:r>
          </a:p>
          <a:p>
            <a:r>
              <a:rPr lang="en-GB" sz="1200" dirty="0"/>
              <a:t>Page 00</a:t>
            </a:r>
          </a:p>
        </p:txBody>
      </p:sp>
      <p:sp>
        <p:nvSpPr>
          <p:cNvPr id="18" name="Text Placeholder 17">
            <a:extLst>
              <a:ext uri="{FF2B5EF4-FFF2-40B4-BE49-F238E27FC236}">
                <a16:creationId xmlns:a16="http://schemas.microsoft.com/office/drawing/2014/main" id="{A9EADB6B-8880-CC7D-2007-55EC7E2F36BD}"/>
              </a:ext>
            </a:extLst>
          </p:cNvPr>
          <p:cNvSpPr>
            <a:spLocks noGrp="1"/>
          </p:cNvSpPr>
          <p:nvPr>
            <p:ph type="body" sz="quarter" idx="21"/>
          </p:nvPr>
        </p:nvSpPr>
        <p:spPr/>
        <p:txBody>
          <a:bodyPr/>
          <a:lstStyle/>
          <a:p>
            <a:pPr lvl="1"/>
            <a:r>
              <a:rPr lang="en-GB" dirty="0"/>
              <a:t>8.</a:t>
            </a:r>
          </a:p>
          <a:p>
            <a:pPr lvl="1"/>
            <a:r>
              <a:rPr lang="en-GB" dirty="0"/>
              <a:t>Agenda topic</a:t>
            </a:r>
          </a:p>
          <a:p>
            <a:r>
              <a:rPr lang="en-GB" dirty="0"/>
              <a:t>Descriptor</a:t>
            </a:r>
          </a:p>
          <a:p>
            <a:r>
              <a:rPr lang="en-GB" sz="1200" dirty="0"/>
              <a:t>Page 00</a:t>
            </a:r>
          </a:p>
        </p:txBody>
      </p:sp>
      <p:sp>
        <p:nvSpPr>
          <p:cNvPr id="19" name="Text Placeholder 18">
            <a:extLst>
              <a:ext uri="{FF2B5EF4-FFF2-40B4-BE49-F238E27FC236}">
                <a16:creationId xmlns:a16="http://schemas.microsoft.com/office/drawing/2014/main" id="{0BA51BDE-B1E8-43C2-CAF9-5852AD420CB1}"/>
              </a:ext>
            </a:extLst>
          </p:cNvPr>
          <p:cNvSpPr>
            <a:spLocks noGrp="1"/>
          </p:cNvSpPr>
          <p:nvPr>
            <p:ph type="body" sz="quarter" idx="22"/>
          </p:nvPr>
        </p:nvSpPr>
        <p:spPr/>
        <p:txBody>
          <a:bodyPr/>
          <a:lstStyle/>
          <a:p>
            <a:pPr lvl="1"/>
            <a:r>
              <a:rPr lang="en-GB" dirty="0"/>
              <a:t>9.</a:t>
            </a:r>
          </a:p>
          <a:p>
            <a:pPr lvl="1"/>
            <a:r>
              <a:rPr lang="en-GB" dirty="0"/>
              <a:t>Agenda topic</a:t>
            </a:r>
          </a:p>
          <a:p>
            <a:r>
              <a:rPr lang="en-GB" dirty="0"/>
              <a:t>Descriptor</a:t>
            </a:r>
          </a:p>
          <a:p>
            <a:r>
              <a:rPr lang="en-GB" sz="1200" dirty="0"/>
              <a:t>Page 00</a:t>
            </a:r>
          </a:p>
        </p:txBody>
      </p:sp>
      <p:sp>
        <p:nvSpPr>
          <p:cNvPr id="20" name="Text Placeholder 19">
            <a:extLst>
              <a:ext uri="{FF2B5EF4-FFF2-40B4-BE49-F238E27FC236}">
                <a16:creationId xmlns:a16="http://schemas.microsoft.com/office/drawing/2014/main" id="{9C40128C-6C1A-7DDF-68EC-EBBFB5152DF5}"/>
              </a:ext>
            </a:extLst>
          </p:cNvPr>
          <p:cNvSpPr>
            <a:spLocks noGrp="1"/>
          </p:cNvSpPr>
          <p:nvPr>
            <p:ph type="body" sz="quarter" idx="23"/>
          </p:nvPr>
        </p:nvSpPr>
        <p:spPr/>
        <p:txBody>
          <a:bodyPr/>
          <a:lstStyle/>
          <a:p>
            <a:pPr lvl="1"/>
            <a:r>
              <a:rPr lang="en-GB" dirty="0"/>
              <a:t>10.</a:t>
            </a:r>
          </a:p>
          <a:p>
            <a:pPr lvl="1"/>
            <a:r>
              <a:rPr lang="en-GB" dirty="0"/>
              <a:t>Agenda topic</a:t>
            </a:r>
          </a:p>
          <a:p>
            <a:r>
              <a:rPr lang="en-GB" dirty="0"/>
              <a:t>Descriptor</a:t>
            </a:r>
          </a:p>
          <a:p>
            <a:r>
              <a:rPr lang="en-GB" sz="1200" dirty="0"/>
              <a:t>Page 00</a:t>
            </a:r>
          </a:p>
        </p:txBody>
      </p:sp>
    </p:spTree>
    <p:extLst>
      <p:ext uri="{BB962C8B-B14F-4D97-AF65-F5344CB8AC3E}">
        <p14:creationId xmlns:p14="http://schemas.microsoft.com/office/powerpoint/2010/main" val="6735386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098F1-6229-04BB-9B18-0BC986D8169D}"/>
              </a:ext>
            </a:extLst>
          </p:cNvPr>
          <p:cNvSpPr>
            <a:spLocks noGrp="1"/>
          </p:cNvSpPr>
          <p:nvPr>
            <p:ph type="title"/>
          </p:nvPr>
        </p:nvSpPr>
        <p:spPr>
          <a:xfrm>
            <a:off x="504000" y="720001"/>
            <a:ext cx="11185200" cy="676799"/>
          </a:xfrm>
        </p:spPr>
        <p:txBody>
          <a:bodyPr/>
          <a:lstStyle/>
          <a:p>
            <a:r>
              <a:rPr lang="en-GB" dirty="0"/>
              <a:t>Example title</a:t>
            </a:r>
          </a:p>
        </p:txBody>
      </p:sp>
      <p:sp>
        <p:nvSpPr>
          <p:cNvPr id="7" name="Content Placeholder 6">
            <a:extLst>
              <a:ext uri="{FF2B5EF4-FFF2-40B4-BE49-F238E27FC236}">
                <a16:creationId xmlns:a16="http://schemas.microsoft.com/office/drawing/2014/main" id="{E4B14E8F-DBC6-5BA5-D391-59B7A0B75249}"/>
              </a:ext>
            </a:extLst>
          </p:cNvPr>
          <p:cNvSpPr>
            <a:spLocks noGrp="1"/>
          </p:cNvSpPr>
          <p:nvPr>
            <p:ph idx="1"/>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4" name="Text Placeholder 3">
            <a:extLst>
              <a:ext uri="{FF2B5EF4-FFF2-40B4-BE49-F238E27FC236}">
                <a16:creationId xmlns:a16="http://schemas.microsoft.com/office/drawing/2014/main" id="{2FB4D9D1-A4D0-5441-BCC3-0E28EA5D8E51}"/>
              </a:ext>
            </a:extLst>
          </p:cNvPr>
          <p:cNvSpPr>
            <a:spLocks noGrp="1"/>
          </p:cNvSpPr>
          <p:nvPr>
            <p:ph type="body" sz="quarter" idx="13"/>
          </p:nvPr>
        </p:nvSpPr>
        <p:spPr>
          <a:xfrm>
            <a:off x="501650" y="1396800"/>
            <a:ext cx="11185525" cy="360000"/>
          </a:xfrm>
        </p:spPr>
        <p:txBody>
          <a:bodyPr/>
          <a:lstStyle/>
          <a:p>
            <a:r>
              <a:rPr lang="en-GB" dirty="0"/>
              <a:t>Optional subtitle</a:t>
            </a:r>
          </a:p>
        </p:txBody>
      </p:sp>
    </p:spTree>
    <p:extLst>
      <p:ext uri="{BB962C8B-B14F-4D97-AF65-F5344CB8AC3E}">
        <p14:creationId xmlns:p14="http://schemas.microsoft.com/office/powerpoint/2010/main" val="201220309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76974-FF24-AB85-3ED3-10A7A000B197}"/>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63522566-84B9-31BD-BD0D-08E2D3C7A3E5}"/>
              </a:ext>
            </a:extLst>
          </p:cNvPr>
          <p:cNvSpPr>
            <a:spLocks noGrp="1"/>
          </p:cNvSpPr>
          <p:nvPr>
            <p:ph idx="1"/>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4" name="Text Placeholder 3">
            <a:extLst>
              <a:ext uri="{FF2B5EF4-FFF2-40B4-BE49-F238E27FC236}">
                <a16:creationId xmlns:a16="http://schemas.microsoft.com/office/drawing/2014/main" id="{765CDC0E-8817-9843-AA98-5C6A10311D2A}"/>
              </a:ext>
            </a:extLst>
          </p:cNvPr>
          <p:cNvSpPr>
            <a:spLocks noGrp="1"/>
          </p:cNvSpPr>
          <p:nvPr>
            <p:ph type="body" sz="quarter" idx="13"/>
          </p:nvPr>
        </p:nvSpPr>
        <p:spPr/>
        <p:txBody>
          <a:bodyPr/>
          <a:lstStyle/>
          <a:p>
            <a:r>
              <a:rPr lang="en-GB" dirty="0"/>
              <a:t>Optional subtitle</a:t>
            </a:r>
          </a:p>
        </p:txBody>
      </p:sp>
    </p:spTree>
    <p:extLst>
      <p:ext uri="{BB962C8B-B14F-4D97-AF65-F5344CB8AC3E}">
        <p14:creationId xmlns:p14="http://schemas.microsoft.com/office/powerpoint/2010/main" val="179885767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D19A1-0F05-9E73-8F5A-5689B56BC785}"/>
            </a:ext>
          </a:extLst>
        </p:cNvPr>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30526E2-E6F6-19DC-9F0C-30436A779F60}"/>
              </a:ext>
            </a:extLst>
          </p:cNvPr>
          <p:cNvSpPr>
            <a:spLocks noGrp="1"/>
          </p:cNvSpPr>
          <p:nvPr>
            <p:ph type="pic" sz="quarter" idx="4294967295"/>
          </p:nvPr>
        </p:nvSpPr>
        <p:spPr>
          <a:xfrm>
            <a:off x="5061946" y="2155017"/>
            <a:ext cx="832764" cy="835966"/>
          </a:xfrm>
        </p:spPr>
        <p:txBody>
          <a:bodyPr/>
          <a:lstStyle/>
          <a:p>
            <a:endParaRPr lang="en-US" sz="1000"/>
          </a:p>
        </p:txBody>
      </p:sp>
      <p:sp>
        <p:nvSpPr>
          <p:cNvPr id="8" name="Picture Placeholder 7">
            <a:extLst>
              <a:ext uri="{FF2B5EF4-FFF2-40B4-BE49-F238E27FC236}">
                <a16:creationId xmlns:a16="http://schemas.microsoft.com/office/drawing/2014/main" id="{FBD93CA5-0321-8517-4383-3C1826177CCF}"/>
              </a:ext>
            </a:extLst>
          </p:cNvPr>
          <p:cNvSpPr>
            <a:spLocks noGrp="1"/>
          </p:cNvSpPr>
          <p:nvPr>
            <p:ph type="pic" sz="quarter" idx="4294967295"/>
          </p:nvPr>
        </p:nvSpPr>
        <p:spPr>
          <a:xfrm>
            <a:off x="501650" y="2159000"/>
            <a:ext cx="832764" cy="835966"/>
          </a:xfrm>
        </p:spPr>
        <p:txBody>
          <a:bodyPr/>
          <a:lstStyle/>
          <a:p>
            <a:endParaRPr lang="en-US" sz="1000"/>
          </a:p>
        </p:txBody>
      </p:sp>
      <p:sp>
        <p:nvSpPr>
          <p:cNvPr id="2" name="Title 1">
            <a:extLst>
              <a:ext uri="{FF2B5EF4-FFF2-40B4-BE49-F238E27FC236}">
                <a16:creationId xmlns:a16="http://schemas.microsoft.com/office/drawing/2014/main" id="{42F504F8-D61F-E469-57E7-C79AB5ED43AA}"/>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3C4D8122-8F9F-92A4-0CC1-7A188C4D60B4}"/>
              </a:ext>
            </a:extLst>
          </p:cNvPr>
          <p:cNvSpPr>
            <a:spLocks noGrp="1"/>
          </p:cNvSpPr>
          <p:nvPr>
            <p:ph idx="1"/>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4" name="Text Placeholder 3">
            <a:extLst>
              <a:ext uri="{FF2B5EF4-FFF2-40B4-BE49-F238E27FC236}">
                <a16:creationId xmlns:a16="http://schemas.microsoft.com/office/drawing/2014/main" id="{5185C53C-9F30-02A8-23ED-85736694A00B}"/>
              </a:ext>
            </a:extLst>
          </p:cNvPr>
          <p:cNvSpPr>
            <a:spLocks noGrp="1"/>
          </p:cNvSpPr>
          <p:nvPr>
            <p:ph type="body" sz="quarter" idx="13"/>
          </p:nvPr>
        </p:nvSpPr>
        <p:spPr/>
        <p:txBody>
          <a:bodyPr/>
          <a:lstStyle/>
          <a:p>
            <a:r>
              <a:rPr lang="en-GB" dirty="0"/>
              <a:t>Optional subtitle</a:t>
            </a:r>
          </a:p>
        </p:txBody>
      </p:sp>
      <p:sp>
        <p:nvSpPr>
          <p:cNvPr id="5" name="Content Placeholder 4">
            <a:extLst>
              <a:ext uri="{FF2B5EF4-FFF2-40B4-BE49-F238E27FC236}">
                <a16:creationId xmlns:a16="http://schemas.microsoft.com/office/drawing/2014/main" id="{B08165B6-6D1D-BF15-1F69-D0585CDDFCA6}"/>
              </a:ext>
            </a:extLst>
          </p:cNvPr>
          <p:cNvSpPr>
            <a:spLocks noGrp="1"/>
          </p:cNvSpPr>
          <p:nvPr>
            <p:ph idx="14"/>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Tree>
    <p:extLst>
      <p:ext uri="{BB962C8B-B14F-4D97-AF65-F5344CB8AC3E}">
        <p14:creationId xmlns:p14="http://schemas.microsoft.com/office/powerpoint/2010/main" val="215882379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02E65-0E33-EDFB-A1F6-8ED4D0F296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3DEBF7-9049-4463-53CC-F4D7D957C344}"/>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B12A3E3F-EB0B-FE00-413F-C1DB51969C0C}"/>
              </a:ext>
            </a:extLst>
          </p:cNvPr>
          <p:cNvSpPr>
            <a:spLocks noGrp="1"/>
          </p:cNvSpPr>
          <p:nvPr>
            <p:ph idx="1"/>
          </p:nvPr>
        </p:nvSpPr>
        <p:spPr/>
        <p:txBody>
          <a:bodyPr/>
          <a:lstStyle/>
          <a:p>
            <a:pPr lvl="1"/>
            <a:r>
              <a:rPr lang="en-GB" dirty="0"/>
              <a:t>The initial text column uses level two for the text style</a:t>
            </a:r>
          </a:p>
        </p:txBody>
      </p:sp>
      <p:sp>
        <p:nvSpPr>
          <p:cNvPr id="4" name="Text Placeholder 3">
            <a:extLst>
              <a:ext uri="{FF2B5EF4-FFF2-40B4-BE49-F238E27FC236}">
                <a16:creationId xmlns:a16="http://schemas.microsoft.com/office/drawing/2014/main" id="{8FC65537-C046-E743-D23A-66757A37F87B}"/>
              </a:ext>
            </a:extLst>
          </p:cNvPr>
          <p:cNvSpPr>
            <a:spLocks noGrp="1"/>
          </p:cNvSpPr>
          <p:nvPr>
            <p:ph type="body" sz="quarter" idx="13"/>
          </p:nvPr>
        </p:nvSpPr>
        <p:spPr/>
        <p:txBody>
          <a:bodyPr/>
          <a:lstStyle/>
          <a:p>
            <a:r>
              <a:rPr lang="en-GB" dirty="0"/>
              <a:t>Optional subtitle</a:t>
            </a:r>
          </a:p>
        </p:txBody>
      </p:sp>
      <p:sp>
        <p:nvSpPr>
          <p:cNvPr id="5" name="Content Placeholder 4">
            <a:extLst>
              <a:ext uri="{FF2B5EF4-FFF2-40B4-BE49-F238E27FC236}">
                <a16:creationId xmlns:a16="http://schemas.microsoft.com/office/drawing/2014/main" id="{BAD6DC6E-6678-4E0F-56E8-FCA11DE9C1BA}"/>
              </a:ext>
            </a:extLst>
          </p:cNvPr>
          <p:cNvSpPr>
            <a:spLocks noGrp="1"/>
          </p:cNvSpPr>
          <p:nvPr>
            <p:ph idx="14"/>
          </p:nvPr>
        </p:nvSpPr>
        <p:spPr/>
        <p:txBody>
          <a:bodyPr/>
          <a:lstStyle/>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Tree>
    <p:extLst>
      <p:ext uri="{BB962C8B-B14F-4D97-AF65-F5344CB8AC3E}">
        <p14:creationId xmlns:p14="http://schemas.microsoft.com/office/powerpoint/2010/main" val="4044882575"/>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111A0-7013-808B-64C2-C72D1C6FDF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848C2-7339-00CA-1886-C7A338C64354}"/>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BF7CB8C8-CDF6-8816-839C-A86347095983}"/>
              </a:ext>
            </a:extLst>
          </p:cNvPr>
          <p:cNvSpPr>
            <a:spLocks noGrp="1"/>
          </p:cNvSpPr>
          <p:nvPr>
            <p:ph idx="1"/>
          </p:nvPr>
        </p:nvSpPr>
        <p:spPr/>
        <p:txBody>
          <a:bodyPr/>
          <a:lstStyle/>
          <a:p>
            <a:pPr lvl="1"/>
            <a:r>
              <a:rPr lang="en-GB" dirty="0"/>
              <a:t>The initial text column uses level two for the text style</a:t>
            </a:r>
          </a:p>
        </p:txBody>
      </p:sp>
      <p:sp>
        <p:nvSpPr>
          <p:cNvPr id="4" name="Text Placeholder 3">
            <a:extLst>
              <a:ext uri="{FF2B5EF4-FFF2-40B4-BE49-F238E27FC236}">
                <a16:creationId xmlns:a16="http://schemas.microsoft.com/office/drawing/2014/main" id="{24840736-4EE2-40CB-1358-88A1F098AC78}"/>
              </a:ext>
            </a:extLst>
          </p:cNvPr>
          <p:cNvSpPr>
            <a:spLocks noGrp="1"/>
          </p:cNvSpPr>
          <p:nvPr>
            <p:ph type="body" sz="quarter" idx="13"/>
          </p:nvPr>
        </p:nvSpPr>
        <p:spPr/>
        <p:txBody>
          <a:bodyPr/>
          <a:lstStyle/>
          <a:p>
            <a:r>
              <a:rPr lang="en-GB" dirty="0"/>
              <a:t>Optional subtitle</a:t>
            </a:r>
          </a:p>
        </p:txBody>
      </p:sp>
      <p:sp>
        <p:nvSpPr>
          <p:cNvPr id="5" name="Content Placeholder 4">
            <a:extLst>
              <a:ext uri="{FF2B5EF4-FFF2-40B4-BE49-F238E27FC236}">
                <a16:creationId xmlns:a16="http://schemas.microsoft.com/office/drawing/2014/main" id="{7D1FCD3C-0ABC-1E4D-5BB0-DD3A0BFB4B6D}"/>
              </a:ext>
            </a:extLst>
          </p:cNvPr>
          <p:cNvSpPr>
            <a:spLocks noGrp="1"/>
          </p:cNvSpPr>
          <p:nvPr>
            <p:ph idx="14"/>
          </p:nvPr>
        </p:nvSpPr>
        <p:spPr/>
        <p:txBody>
          <a:bodyPr/>
          <a:lstStyle/>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Tree>
    <p:extLst>
      <p:ext uri="{BB962C8B-B14F-4D97-AF65-F5344CB8AC3E}">
        <p14:creationId xmlns:p14="http://schemas.microsoft.com/office/powerpoint/2010/main" val="256707205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09A2-EC35-D9C2-4013-0440223D66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5AFB48-5F5D-B848-1AC6-A04ED9254781}"/>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CD5C2576-8ADE-C3DA-411F-BED0AABDCF7E}"/>
              </a:ext>
            </a:extLst>
          </p:cNvPr>
          <p:cNvSpPr>
            <a:spLocks noGrp="1"/>
          </p:cNvSpPr>
          <p:nvPr>
            <p:ph idx="1"/>
          </p:nvPr>
        </p:nvSpPr>
        <p:spPr/>
        <p:txBody>
          <a:bodyPr/>
          <a:lstStyle/>
          <a:p>
            <a:pPr lvl="1"/>
            <a:r>
              <a:rPr lang="en-GB" dirty="0"/>
              <a:t>The initial text column uses level two for the text style</a:t>
            </a:r>
          </a:p>
        </p:txBody>
      </p:sp>
      <p:sp>
        <p:nvSpPr>
          <p:cNvPr id="4" name="Text Placeholder 3">
            <a:extLst>
              <a:ext uri="{FF2B5EF4-FFF2-40B4-BE49-F238E27FC236}">
                <a16:creationId xmlns:a16="http://schemas.microsoft.com/office/drawing/2014/main" id="{218ECAB3-DE05-270B-7C82-299AC33EE0AE}"/>
              </a:ext>
            </a:extLst>
          </p:cNvPr>
          <p:cNvSpPr>
            <a:spLocks noGrp="1"/>
          </p:cNvSpPr>
          <p:nvPr>
            <p:ph type="body" sz="quarter" idx="13"/>
          </p:nvPr>
        </p:nvSpPr>
        <p:spPr/>
        <p:txBody>
          <a:bodyPr/>
          <a:lstStyle/>
          <a:p>
            <a:r>
              <a:rPr lang="en-GB" dirty="0"/>
              <a:t>Optional subtitle</a:t>
            </a:r>
          </a:p>
        </p:txBody>
      </p:sp>
      <p:sp>
        <p:nvSpPr>
          <p:cNvPr id="5" name="Content Placeholder 4">
            <a:extLst>
              <a:ext uri="{FF2B5EF4-FFF2-40B4-BE49-F238E27FC236}">
                <a16:creationId xmlns:a16="http://schemas.microsoft.com/office/drawing/2014/main" id="{CD3DC689-A96C-6AAC-EBDC-C24A3D8644BF}"/>
              </a:ext>
            </a:extLst>
          </p:cNvPr>
          <p:cNvSpPr>
            <a:spLocks noGrp="1"/>
          </p:cNvSpPr>
          <p:nvPr>
            <p:ph idx="14"/>
          </p:nvPr>
        </p:nvSpPr>
        <p:spPr/>
        <p:txBody>
          <a:bodyPr/>
          <a:lstStyle/>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Tree>
    <p:extLst>
      <p:ext uri="{BB962C8B-B14F-4D97-AF65-F5344CB8AC3E}">
        <p14:creationId xmlns:p14="http://schemas.microsoft.com/office/powerpoint/2010/main" val="260028876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57532-C327-4A4A-B864-2B9B923DA0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C91ED8-86BC-C2BB-8E66-2416D2E7292B}"/>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991B8456-9C85-877C-6CF9-6CB27CAB9CC3}"/>
              </a:ext>
            </a:extLst>
          </p:cNvPr>
          <p:cNvSpPr>
            <a:spLocks noGrp="1"/>
          </p:cNvSpPr>
          <p:nvPr>
            <p:ph idx="1"/>
          </p:nvPr>
        </p:nvSpPr>
        <p:spPr/>
        <p:txBody>
          <a:bodyPr/>
          <a:lstStyle/>
          <a:p>
            <a:pPr lvl="1"/>
            <a:r>
              <a:rPr lang="en-GB" dirty="0"/>
              <a:t>The initial text column uses level two for the text style</a:t>
            </a:r>
          </a:p>
        </p:txBody>
      </p:sp>
      <p:sp>
        <p:nvSpPr>
          <p:cNvPr id="4" name="Text Placeholder 3">
            <a:extLst>
              <a:ext uri="{FF2B5EF4-FFF2-40B4-BE49-F238E27FC236}">
                <a16:creationId xmlns:a16="http://schemas.microsoft.com/office/drawing/2014/main" id="{D7A57951-F185-E825-CE4D-36C0F8A58140}"/>
              </a:ext>
            </a:extLst>
          </p:cNvPr>
          <p:cNvSpPr>
            <a:spLocks noGrp="1"/>
          </p:cNvSpPr>
          <p:nvPr>
            <p:ph type="body" sz="quarter" idx="13"/>
          </p:nvPr>
        </p:nvSpPr>
        <p:spPr/>
        <p:txBody>
          <a:bodyPr/>
          <a:lstStyle/>
          <a:p>
            <a:r>
              <a:rPr lang="en-GB" dirty="0"/>
              <a:t>Optional subtitle</a:t>
            </a:r>
          </a:p>
        </p:txBody>
      </p:sp>
      <p:sp>
        <p:nvSpPr>
          <p:cNvPr id="5" name="Content Placeholder 4">
            <a:extLst>
              <a:ext uri="{FF2B5EF4-FFF2-40B4-BE49-F238E27FC236}">
                <a16:creationId xmlns:a16="http://schemas.microsoft.com/office/drawing/2014/main" id="{F9731275-FF2A-9EB5-951F-B8AC2B1B6789}"/>
              </a:ext>
            </a:extLst>
          </p:cNvPr>
          <p:cNvSpPr>
            <a:spLocks noGrp="1"/>
          </p:cNvSpPr>
          <p:nvPr>
            <p:ph idx="14"/>
          </p:nvPr>
        </p:nvSpPr>
        <p:spPr/>
        <p:txBody>
          <a:bodyPr/>
          <a:lstStyle/>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Tree>
    <p:extLst>
      <p:ext uri="{BB962C8B-B14F-4D97-AF65-F5344CB8AC3E}">
        <p14:creationId xmlns:p14="http://schemas.microsoft.com/office/powerpoint/2010/main" val="6400592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8455B-62AF-91CC-C96E-A734464039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9942C-7D75-2677-0445-8E4BBA685608}"/>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EA750761-87AF-6ECE-BCAB-8BD6B00582C3}"/>
              </a:ext>
            </a:extLst>
          </p:cNvPr>
          <p:cNvSpPr>
            <a:spLocks noGrp="1"/>
          </p:cNvSpPr>
          <p:nvPr>
            <p:ph idx="1"/>
          </p:nvPr>
        </p:nvSpPr>
        <p:spPr/>
        <p:txBody>
          <a:bodyPr/>
          <a:lstStyle/>
          <a:p>
            <a:pPr lvl="1"/>
            <a:r>
              <a:rPr lang="en-GB" dirty="0"/>
              <a:t>The initial text column uses level two for the text style</a:t>
            </a:r>
          </a:p>
        </p:txBody>
      </p:sp>
      <p:sp>
        <p:nvSpPr>
          <p:cNvPr id="4" name="Text Placeholder 3">
            <a:extLst>
              <a:ext uri="{FF2B5EF4-FFF2-40B4-BE49-F238E27FC236}">
                <a16:creationId xmlns:a16="http://schemas.microsoft.com/office/drawing/2014/main" id="{85572AC8-A41A-39F6-D2CC-4D2AE08EA072}"/>
              </a:ext>
            </a:extLst>
          </p:cNvPr>
          <p:cNvSpPr>
            <a:spLocks noGrp="1"/>
          </p:cNvSpPr>
          <p:nvPr>
            <p:ph type="body" sz="quarter" idx="13"/>
          </p:nvPr>
        </p:nvSpPr>
        <p:spPr/>
        <p:txBody>
          <a:bodyPr/>
          <a:lstStyle/>
          <a:p>
            <a:r>
              <a:rPr lang="en-GB" dirty="0"/>
              <a:t>Optional subtitle</a:t>
            </a:r>
          </a:p>
        </p:txBody>
      </p:sp>
      <p:sp>
        <p:nvSpPr>
          <p:cNvPr id="5" name="Content Placeholder 4">
            <a:extLst>
              <a:ext uri="{FF2B5EF4-FFF2-40B4-BE49-F238E27FC236}">
                <a16:creationId xmlns:a16="http://schemas.microsoft.com/office/drawing/2014/main" id="{2D4BF224-F3C0-F649-E553-4539AC330317}"/>
              </a:ext>
            </a:extLst>
          </p:cNvPr>
          <p:cNvSpPr>
            <a:spLocks noGrp="1"/>
          </p:cNvSpPr>
          <p:nvPr>
            <p:ph idx="14"/>
          </p:nvPr>
        </p:nvSpPr>
        <p:spPr/>
        <p:txBody>
          <a:bodyPr/>
          <a:lstStyle/>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Tree>
    <p:extLst>
      <p:ext uri="{BB962C8B-B14F-4D97-AF65-F5344CB8AC3E}">
        <p14:creationId xmlns:p14="http://schemas.microsoft.com/office/powerpoint/2010/main" val="99635219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A0C12-1DDA-8C43-7C27-E8E647A05D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74D48-80CD-8E34-1506-905E39580574}"/>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904EF19B-BA88-2C2D-8E9A-4EAEF751D0CE}"/>
              </a:ext>
            </a:extLst>
          </p:cNvPr>
          <p:cNvSpPr>
            <a:spLocks noGrp="1"/>
          </p:cNvSpPr>
          <p:nvPr>
            <p:ph idx="1"/>
          </p:nvPr>
        </p:nvSpPr>
        <p:spPr/>
        <p:txBody>
          <a:bodyPr/>
          <a:lstStyle/>
          <a:p>
            <a:pPr lvl="1"/>
            <a:r>
              <a:rPr lang="en-GB" dirty="0"/>
              <a:t>The initial text column uses level two for the text style</a:t>
            </a:r>
          </a:p>
        </p:txBody>
      </p:sp>
      <p:sp>
        <p:nvSpPr>
          <p:cNvPr id="4" name="Text Placeholder 3">
            <a:extLst>
              <a:ext uri="{FF2B5EF4-FFF2-40B4-BE49-F238E27FC236}">
                <a16:creationId xmlns:a16="http://schemas.microsoft.com/office/drawing/2014/main" id="{A4F8EAD7-9C63-8BAC-A15C-228E1C42A079}"/>
              </a:ext>
            </a:extLst>
          </p:cNvPr>
          <p:cNvSpPr>
            <a:spLocks noGrp="1"/>
          </p:cNvSpPr>
          <p:nvPr>
            <p:ph type="body" sz="quarter" idx="13"/>
          </p:nvPr>
        </p:nvSpPr>
        <p:spPr/>
        <p:txBody>
          <a:bodyPr/>
          <a:lstStyle/>
          <a:p>
            <a:r>
              <a:rPr lang="en-GB" dirty="0"/>
              <a:t>Optional subtitle</a:t>
            </a:r>
          </a:p>
        </p:txBody>
      </p:sp>
      <p:sp>
        <p:nvSpPr>
          <p:cNvPr id="5" name="Content Placeholder 4">
            <a:extLst>
              <a:ext uri="{FF2B5EF4-FFF2-40B4-BE49-F238E27FC236}">
                <a16:creationId xmlns:a16="http://schemas.microsoft.com/office/drawing/2014/main" id="{A6F0E48E-5430-CBD6-573F-16287DF9592F}"/>
              </a:ext>
            </a:extLst>
          </p:cNvPr>
          <p:cNvSpPr>
            <a:spLocks noGrp="1"/>
          </p:cNvSpPr>
          <p:nvPr>
            <p:ph idx="14"/>
          </p:nvPr>
        </p:nvSpPr>
        <p:spPr/>
        <p:txBody>
          <a:bodyPr/>
          <a:lstStyle/>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Tree>
    <p:extLst>
      <p:ext uri="{BB962C8B-B14F-4D97-AF65-F5344CB8AC3E}">
        <p14:creationId xmlns:p14="http://schemas.microsoft.com/office/powerpoint/2010/main" val="269372645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C6098-EF6B-BDAE-D8F9-B01B914E3A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9BB30-41A0-8337-B8B7-CFBB0ED2D055}"/>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BFF444BD-1512-34E7-FA0D-DF296F05BDC4}"/>
              </a:ext>
            </a:extLst>
          </p:cNvPr>
          <p:cNvSpPr>
            <a:spLocks noGrp="1"/>
          </p:cNvSpPr>
          <p:nvPr>
            <p:ph idx="1"/>
          </p:nvPr>
        </p:nvSpPr>
        <p:spPr/>
        <p:txBody>
          <a:bodyPr/>
          <a:lstStyle/>
          <a:p>
            <a:pPr lvl="1"/>
            <a:r>
              <a:rPr lang="en-GB" dirty="0"/>
              <a:t>The initial text column uses level two for the text style</a:t>
            </a:r>
          </a:p>
        </p:txBody>
      </p:sp>
      <p:sp>
        <p:nvSpPr>
          <p:cNvPr id="4" name="Text Placeholder 3">
            <a:extLst>
              <a:ext uri="{FF2B5EF4-FFF2-40B4-BE49-F238E27FC236}">
                <a16:creationId xmlns:a16="http://schemas.microsoft.com/office/drawing/2014/main" id="{12C1AD67-3E0D-972F-071D-FECBCBB5CCBA}"/>
              </a:ext>
            </a:extLst>
          </p:cNvPr>
          <p:cNvSpPr>
            <a:spLocks noGrp="1"/>
          </p:cNvSpPr>
          <p:nvPr>
            <p:ph type="body" sz="quarter" idx="13"/>
          </p:nvPr>
        </p:nvSpPr>
        <p:spPr/>
        <p:txBody>
          <a:bodyPr/>
          <a:lstStyle/>
          <a:p>
            <a:r>
              <a:rPr lang="en-GB" dirty="0"/>
              <a:t>Optional subtitle</a:t>
            </a:r>
          </a:p>
        </p:txBody>
      </p:sp>
      <p:sp>
        <p:nvSpPr>
          <p:cNvPr id="5" name="Content Placeholder 4">
            <a:extLst>
              <a:ext uri="{FF2B5EF4-FFF2-40B4-BE49-F238E27FC236}">
                <a16:creationId xmlns:a16="http://schemas.microsoft.com/office/drawing/2014/main" id="{74689976-9472-0FFD-4DDB-5DCBB54DABF5}"/>
              </a:ext>
            </a:extLst>
          </p:cNvPr>
          <p:cNvSpPr>
            <a:spLocks noGrp="1"/>
          </p:cNvSpPr>
          <p:nvPr>
            <p:ph idx="14"/>
          </p:nvPr>
        </p:nvSpPr>
        <p:spPr/>
        <p:txBody>
          <a:bodyPr/>
          <a:lstStyle/>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Tree>
    <p:extLst>
      <p:ext uri="{BB962C8B-B14F-4D97-AF65-F5344CB8AC3E}">
        <p14:creationId xmlns:p14="http://schemas.microsoft.com/office/powerpoint/2010/main" val="3149089902"/>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1D6BE-CC1A-C2E7-DF05-B710053437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D71D19-B9D3-E919-1393-0C4B63EC012F}"/>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62788D17-5655-2338-5CCD-BCE502D87E0E}"/>
              </a:ext>
            </a:extLst>
          </p:cNvPr>
          <p:cNvSpPr>
            <a:spLocks noGrp="1"/>
          </p:cNvSpPr>
          <p:nvPr>
            <p:ph idx="1"/>
          </p:nvPr>
        </p:nvSpPr>
        <p:spPr/>
        <p:txBody>
          <a:bodyPr/>
          <a:lstStyle/>
          <a:p>
            <a:pPr lvl="1"/>
            <a:r>
              <a:rPr lang="en-GB" dirty="0"/>
              <a:t>The initial text column uses level two for the text style</a:t>
            </a:r>
          </a:p>
        </p:txBody>
      </p:sp>
      <p:sp>
        <p:nvSpPr>
          <p:cNvPr id="4" name="Text Placeholder 3">
            <a:extLst>
              <a:ext uri="{FF2B5EF4-FFF2-40B4-BE49-F238E27FC236}">
                <a16:creationId xmlns:a16="http://schemas.microsoft.com/office/drawing/2014/main" id="{B995BEE8-1E57-D3D4-BEE8-F0BAC9E4B59D}"/>
              </a:ext>
            </a:extLst>
          </p:cNvPr>
          <p:cNvSpPr>
            <a:spLocks noGrp="1"/>
          </p:cNvSpPr>
          <p:nvPr>
            <p:ph type="body" sz="quarter" idx="13"/>
          </p:nvPr>
        </p:nvSpPr>
        <p:spPr/>
        <p:txBody>
          <a:bodyPr/>
          <a:lstStyle/>
          <a:p>
            <a:r>
              <a:rPr lang="en-GB" dirty="0"/>
              <a:t>Optional subtitle</a:t>
            </a:r>
          </a:p>
        </p:txBody>
      </p:sp>
      <p:sp>
        <p:nvSpPr>
          <p:cNvPr id="5" name="Content Placeholder 4">
            <a:extLst>
              <a:ext uri="{FF2B5EF4-FFF2-40B4-BE49-F238E27FC236}">
                <a16:creationId xmlns:a16="http://schemas.microsoft.com/office/drawing/2014/main" id="{5D26F46E-F6A3-4AAA-A971-FB58D63A7B03}"/>
              </a:ext>
            </a:extLst>
          </p:cNvPr>
          <p:cNvSpPr>
            <a:spLocks noGrp="1"/>
          </p:cNvSpPr>
          <p:nvPr>
            <p:ph idx="14"/>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Tree>
    <p:extLst>
      <p:ext uri="{BB962C8B-B14F-4D97-AF65-F5344CB8AC3E}">
        <p14:creationId xmlns:p14="http://schemas.microsoft.com/office/powerpoint/2010/main" val="259317271"/>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8E372-A05C-7084-CC55-4ADEFC4B07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383ED-B63B-B212-96CB-8505B3561C5E}"/>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445A521C-F6E1-E40D-BFCD-E91B97D26E38}"/>
              </a:ext>
            </a:extLst>
          </p:cNvPr>
          <p:cNvSpPr>
            <a:spLocks noGrp="1"/>
          </p:cNvSpPr>
          <p:nvPr>
            <p:ph idx="1"/>
          </p:nvPr>
        </p:nvSpPr>
        <p:spPr/>
        <p:txBody>
          <a:bodyPr/>
          <a:lstStyle/>
          <a:p>
            <a:pPr lvl="1"/>
            <a:r>
              <a:rPr lang="en-GB" dirty="0"/>
              <a:t>The initial text column uses level two for the text style</a:t>
            </a:r>
          </a:p>
        </p:txBody>
      </p:sp>
      <p:sp>
        <p:nvSpPr>
          <p:cNvPr id="4" name="Text Placeholder 3">
            <a:extLst>
              <a:ext uri="{FF2B5EF4-FFF2-40B4-BE49-F238E27FC236}">
                <a16:creationId xmlns:a16="http://schemas.microsoft.com/office/drawing/2014/main" id="{E9AD5D6F-C6D9-19EE-4FCA-07CDADA724E1}"/>
              </a:ext>
            </a:extLst>
          </p:cNvPr>
          <p:cNvSpPr>
            <a:spLocks noGrp="1"/>
          </p:cNvSpPr>
          <p:nvPr>
            <p:ph type="body" sz="quarter" idx="13"/>
          </p:nvPr>
        </p:nvSpPr>
        <p:spPr/>
        <p:txBody>
          <a:bodyPr/>
          <a:lstStyle/>
          <a:p>
            <a:r>
              <a:rPr lang="en-GB" dirty="0"/>
              <a:t>Optional subtitle</a:t>
            </a:r>
          </a:p>
        </p:txBody>
      </p:sp>
      <p:sp>
        <p:nvSpPr>
          <p:cNvPr id="5" name="Content Placeholder 4">
            <a:extLst>
              <a:ext uri="{FF2B5EF4-FFF2-40B4-BE49-F238E27FC236}">
                <a16:creationId xmlns:a16="http://schemas.microsoft.com/office/drawing/2014/main" id="{ECE1776D-C25B-9E2C-0FB5-868312CD8956}"/>
              </a:ext>
            </a:extLst>
          </p:cNvPr>
          <p:cNvSpPr>
            <a:spLocks noGrp="1"/>
          </p:cNvSpPr>
          <p:nvPr>
            <p:ph idx="14"/>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Tree>
    <p:extLst>
      <p:ext uri="{BB962C8B-B14F-4D97-AF65-F5344CB8AC3E}">
        <p14:creationId xmlns:p14="http://schemas.microsoft.com/office/powerpoint/2010/main" val="922351498"/>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6BB56-3120-3400-4A47-1073137417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019A6E-6449-ABD1-6DAE-22340CD1E0CD}"/>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9384F742-83BC-EF6D-B3A6-4BA4609742B7}"/>
              </a:ext>
            </a:extLst>
          </p:cNvPr>
          <p:cNvSpPr>
            <a:spLocks noGrp="1"/>
          </p:cNvSpPr>
          <p:nvPr>
            <p:ph idx="1"/>
          </p:nvPr>
        </p:nvSpPr>
        <p:spPr/>
        <p:txBody>
          <a:bodyPr/>
          <a:lstStyle/>
          <a:p>
            <a:pPr lvl="1"/>
            <a:r>
              <a:rPr lang="en-GB" dirty="0"/>
              <a:t>The initial text column uses level two for the text style</a:t>
            </a:r>
          </a:p>
        </p:txBody>
      </p:sp>
      <p:sp>
        <p:nvSpPr>
          <p:cNvPr id="4" name="Text Placeholder 3">
            <a:extLst>
              <a:ext uri="{FF2B5EF4-FFF2-40B4-BE49-F238E27FC236}">
                <a16:creationId xmlns:a16="http://schemas.microsoft.com/office/drawing/2014/main" id="{91DA53EF-1E0A-283D-69ED-68B0FEDE0C40}"/>
              </a:ext>
            </a:extLst>
          </p:cNvPr>
          <p:cNvSpPr>
            <a:spLocks noGrp="1"/>
          </p:cNvSpPr>
          <p:nvPr>
            <p:ph type="body" sz="quarter" idx="13"/>
          </p:nvPr>
        </p:nvSpPr>
        <p:spPr/>
        <p:txBody>
          <a:bodyPr/>
          <a:lstStyle/>
          <a:p>
            <a:r>
              <a:rPr lang="en-GB" dirty="0"/>
              <a:t>Optional subtitle</a:t>
            </a:r>
          </a:p>
        </p:txBody>
      </p:sp>
      <p:sp>
        <p:nvSpPr>
          <p:cNvPr id="5" name="Content Placeholder 4">
            <a:extLst>
              <a:ext uri="{FF2B5EF4-FFF2-40B4-BE49-F238E27FC236}">
                <a16:creationId xmlns:a16="http://schemas.microsoft.com/office/drawing/2014/main" id="{97858F36-CD2C-0447-7D21-2A09ECDAB3FE}"/>
              </a:ext>
            </a:extLst>
          </p:cNvPr>
          <p:cNvSpPr>
            <a:spLocks noGrp="1"/>
          </p:cNvSpPr>
          <p:nvPr>
            <p:ph idx="14"/>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Tree>
    <p:extLst>
      <p:ext uri="{BB962C8B-B14F-4D97-AF65-F5344CB8AC3E}">
        <p14:creationId xmlns:p14="http://schemas.microsoft.com/office/powerpoint/2010/main" val="2574587470"/>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DEA48-1F9B-3869-481D-5531B5F53B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D4A39-AF41-0F68-C7A5-CDE5DA96035B}"/>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1395FC71-BF7E-B59F-5929-AE832180F9E7}"/>
              </a:ext>
            </a:extLst>
          </p:cNvPr>
          <p:cNvSpPr>
            <a:spLocks noGrp="1"/>
          </p:cNvSpPr>
          <p:nvPr>
            <p:ph idx="1"/>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4" name="Text Placeholder 3">
            <a:extLst>
              <a:ext uri="{FF2B5EF4-FFF2-40B4-BE49-F238E27FC236}">
                <a16:creationId xmlns:a16="http://schemas.microsoft.com/office/drawing/2014/main" id="{CB6FF367-D2FC-B305-FDEB-BD942C074BDD}"/>
              </a:ext>
            </a:extLst>
          </p:cNvPr>
          <p:cNvSpPr>
            <a:spLocks noGrp="1"/>
          </p:cNvSpPr>
          <p:nvPr>
            <p:ph type="body" sz="quarter" idx="13"/>
          </p:nvPr>
        </p:nvSpPr>
        <p:spPr/>
        <p:txBody>
          <a:bodyPr/>
          <a:lstStyle/>
          <a:p>
            <a:r>
              <a:rPr lang="en-GB" dirty="0"/>
              <a:t>Optional subtitle</a:t>
            </a:r>
          </a:p>
        </p:txBody>
      </p:sp>
      <p:sp>
        <p:nvSpPr>
          <p:cNvPr id="5" name="Content Placeholder 4">
            <a:extLst>
              <a:ext uri="{FF2B5EF4-FFF2-40B4-BE49-F238E27FC236}">
                <a16:creationId xmlns:a16="http://schemas.microsoft.com/office/drawing/2014/main" id="{545AD828-D4D7-9BD3-6803-CAEF2D27366D}"/>
              </a:ext>
            </a:extLst>
          </p:cNvPr>
          <p:cNvSpPr>
            <a:spLocks noGrp="1"/>
          </p:cNvSpPr>
          <p:nvPr>
            <p:ph idx="14"/>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6" name="Content Placeholder 5">
            <a:extLst>
              <a:ext uri="{FF2B5EF4-FFF2-40B4-BE49-F238E27FC236}">
                <a16:creationId xmlns:a16="http://schemas.microsoft.com/office/drawing/2014/main" id="{7AF2679B-8C64-78B3-AE0B-32B73E826511}"/>
              </a:ext>
            </a:extLst>
          </p:cNvPr>
          <p:cNvSpPr>
            <a:spLocks noGrp="1"/>
          </p:cNvSpPr>
          <p:nvPr>
            <p:ph idx="15"/>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9" name="Picture Placeholder 8">
            <a:extLst>
              <a:ext uri="{FF2B5EF4-FFF2-40B4-BE49-F238E27FC236}">
                <a16:creationId xmlns:a16="http://schemas.microsoft.com/office/drawing/2014/main" id="{FAA464B8-36EF-FC77-789B-355BAB846661}"/>
              </a:ext>
            </a:extLst>
          </p:cNvPr>
          <p:cNvSpPr>
            <a:spLocks noGrp="1"/>
          </p:cNvSpPr>
          <p:nvPr>
            <p:ph type="pic" sz="quarter" idx="4294967295"/>
          </p:nvPr>
        </p:nvSpPr>
        <p:spPr>
          <a:xfrm>
            <a:off x="3933421" y="2159000"/>
            <a:ext cx="832764" cy="835966"/>
          </a:xfrm>
        </p:spPr>
        <p:txBody>
          <a:bodyPr/>
          <a:lstStyle/>
          <a:p>
            <a:endParaRPr lang="en-US" sz="1000"/>
          </a:p>
        </p:txBody>
      </p:sp>
      <p:sp>
        <p:nvSpPr>
          <p:cNvPr id="7" name="Picture Placeholder 6">
            <a:extLst>
              <a:ext uri="{FF2B5EF4-FFF2-40B4-BE49-F238E27FC236}">
                <a16:creationId xmlns:a16="http://schemas.microsoft.com/office/drawing/2014/main" id="{FCD46C85-1BD5-8C46-96CA-DD653AA0AA3A}"/>
              </a:ext>
            </a:extLst>
          </p:cNvPr>
          <p:cNvSpPr>
            <a:spLocks noGrp="1"/>
          </p:cNvSpPr>
          <p:nvPr>
            <p:ph type="pic" sz="quarter" idx="4294967295"/>
          </p:nvPr>
        </p:nvSpPr>
        <p:spPr>
          <a:xfrm>
            <a:off x="501650" y="2159000"/>
            <a:ext cx="832764" cy="835966"/>
          </a:xfrm>
        </p:spPr>
        <p:txBody>
          <a:bodyPr/>
          <a:lstStyle/>
          <a:p>
            <a:endParaRPr lang="en-US" sz="1000" dirty="0"/>
          </a:p>
        </p:txBody>
      </p:sp>
      <p:sp>
        <p:nvSpPr>
          <p:cNvPr id="11" name="Picture Placeholder 10">
            <a:extLst>
              <a:ext uri="{FF2B5EF4-FFF2-40B4-BE49-F238E27FC236}">
                <a16:creationId xmlns:a16="http://schemas.microsoft.com/office/drawing/2014/main" id="{CF7CF157-A35D-21F1-8F36-1886375082B0}"/>
              </a:ext>
            </a:extLst>
          </p:cNvPr>
          <p:cNvSpPr>
            <a:spLocks noGrp="1"/>
          </p:cNvSpPr>
          <p:nvPr>
            <p:ph type="pic" sz="quarter" idx="4294967295"/>
          </p:nvPr>
        </p:nvSpPr>
        <p:spPr>
          <a:xfrm>
            <a:off x="7356475" y="2174916"/>
            <a:ext cx="832764" cy="835966"/>
          </a:xfrm>
        </p:spPr>
        <p:txBody>
          <a:bodyPr/>
          <a:lstStyle/>
          <a:p>
            <a:endParaRPr lang="en-US" sz="1000"/>
          </a:p>
        </p:txBody>
      </p:sp>
    </p:spTree>
    <p:extLst>
      <p:ext uri="{BB962C8B-B14F-4D97-AF65-F5344CB8AC3E}">
        <p14:creationId xmlns:p14="http://schemas.microsoft.com/office/powerpoint/2010/main" val="2347494028"/>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FCC11-BF31-A260-CB09-084CCD721F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77351-AF38-07E5-B8F9-35B0C4715F1D}"/>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733DA0A3-D07B-9A59-E0F3-B6F4252B2578}"/>
              </a:ext>
            </a:extLst>
          </p:cNvPr>
          <p:cNvSpPr>
            <a:spLocks noGrp="1"/>
          </p:cNvSpPr>
          <p:nvPr>
            <p:ph idx="1"/>
          </p:nvPr>
        </p:nvSpPr>
        <p:spPr/>
        <p:txBody>
          <a:bodyPr/>
          <a:lstStyle/>
          <a:p>
            <a:pPr lvl="1"/>
            <a:r>
              <a:rPr lang="en-GB" dirty="0"/>
              <a:t>The initial text column uses level two for the text style</a:t>
            </a:r>
          </a:p>
        </p:txBody>
      </p:sp>
      <p:sp>
        <p:nvSpPr>
          <p:cNvPr id="4" name="Text Placeholder 3">
            <a:extLst>
              <a:ext uri="{FF2B5EF4-FFF2-40B4-BE49-F238E27FC236}">
                <a16:creationId xmlns:a16="http://schemas.microsoft.com/office/drawing/2014/main" id="{98E039FC-8131-7E55-1C7A-49D778814EF0}"/>
              </a:ext>
            </a:extLst>
          </p:cNvPr>
          <p:cNvSpPr>
            <a:spLocks noGrp="1"/>
          </p:cNvSpPr>
          <p:nvPr>
            <p:ph type="body" sz="quarter" idx="13"/>
          </p:nvPr>
        </p:nvSpPr>
        <p:spPr/>
        <p:txBody>
          <a:bodyPr/>
          <a:lstStyle/>
          <a:p>
            <a:r>
              <a:rPr lang="en-GB" dirty="0"/>
              <a:t>Optional subtitle</a:t>
            </a:r>
          </a:p>
        </p:txBody>
      </p:sp>
      <p:sp>
        <p:nvSpPr>
          <p:cNvPr id="5" name="Content Placeholder 4">
            <a:extLst>
              <a:ext uri="{FF2B5EF4-FFF2-40B4-BE49-F238E27FC236}">
                <a16:creationId xmlns:a16="http://schemas.microsoft.com/office/drawing/2014/main" id="{46F506BE-BBB4-8C12-3C71-2B545D5B184D}"/>
              </a:ext>
            </a:extLst>
          </p:cNvPr>
          <p:cNvSpPr>
            <a:spLocks noGrp="1"/>
          </p:cNvSpPr>
          <p:nvPr>
            <p:ph idx="14"/>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6" name="Content Placeholder 5">
            <a:extLst>
              <a:ext uri="{FF2B5EF4-FFF2-40B4-BE49-F238E27FC236}">
                <a16:creationId xmlns:a16="http://schemas.microsoft.com/office/drawing/2014/main" id="{C1753E9B-D04D-0FA0-DBBC-1D61344D94B1}"/>
              </a:ext>
            </a:extLst>
          </p:cNvPr>
          <p:cNvSpPr>
            <a:spLocks noGrp="1"/>
          </p:cNvSpPr>
          <p:nvPr>
            <p:ph idx="15"/>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Tree>
    <p:extLst>
      <p:ext uri="{BB962C8B-B14F-4D97-AF65-F5344CB8AC3E}">
        <p14:creationId xmlns:p14="http://schemas.microsoft.com/office/powerpoint/2010/main" val="57967826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5F676-80E8-1CB4-2B72-431D35494D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172D2B-F737-7E83-0C21-BB17C01AF312}"/>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7A52978A-35CC-9213-AFFA-C854885CF72B}"/>
              </a:ext>
            </a:extLst>
          </p:cNvPr>
          <p:cNvSpPr>
            <a:spLocks noGrp="1"/>
          </p:cNvSpPr>
          <p:nvPr>
            <p:ph idx="1"/>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4" name="Text Placeholder 3">
            <a:extLst>
              <a:ext uri="{FF2B5EF4-FFF2-40B4-BE49-F238E27FC236}">
                <a16:creationId xmlns:a16="http://schemas.microsoft.com/office/drawing/2014/main" id="{18931A3B-891B-8C99-E4F6-AEC109D9001D}"/>
              </a:ext>
            </a:extLst>
          </p:cNvPr>
          <p:cNvSpPr>
            <a:spLocks noGrp="1"/>
          </p:cNvSpPr>
          <p:nvPr>
            <p:ph type="body" sz="quarter" idx="13"/>
          </p:nvPr>
        </p:nvSpPr>
        <p:spPr/>
        <p:txBody>
          <a:bodyPr/>
          <a:lstStyle/>
          <a:p>
            <a:r>
              <a:rPr lang="en-GB" dirty="0"/>
              <a:t>Optional subtitle</a:t>
            </a:r>
          </a:p>
        </p:txBody>
      </p:sp>
      <p:sp>
        <p:nvSpPr>
          <p:cNvPr id="5" name="Content Placeholder 4">
            <a:extLst>
              <a:ext uri="{FF2B5EF4-FFF2-40B4-BE49-F238E27FC236}">
                <a16:creationId xmlns:a16="http://schemas.microsoft.com/office/drawing/2014/main" id="{7E96C368-4F93-B5AE-B073-4A45B752ED27}"/>
              </a:ext>
            </a:extLst>
          </p:cNvPr>
          <p:cNvSpPr>
            <a:spLocks noGrp="1"/>
          </p:cNvSpPr>
          <p:nvPr>
            <p:ph idx="14"/>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6" name="Content Placeholder 5">
            <a:extLst>
              <a:ext uri="{FF2B5EF4-FFF2-40B4-BE49-F238E27FC236}">
                <a16:creationId xmlns:a16="http://schemas.microsoft.com/office/drawing/2014/main" id="{4338B0B3-C3CD-35C7-92E7-AB474AAE2744}"/>
              </a:ext>
            </a:extLst>
          </p:cNvPr>
          <p:cNvSpPr>
            <a:spLocks noGrp="1"/>
          </p:cNvSpPr>
          <p:nvPr>
            <p:ph idx="15"/>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7" name="Content Placeholder 6">
            <a:extLst>
              <a:ext uri="{FF2B5EF4-FFF2-40B4-BE49-F238E27FC236}">
                <a16:creationId xmlns:a16="http://schemas.microsoft.com/office/drawing/2014/main" id="{9EBE1A37-4667-32CA-3642-9DBE0D086FFD}"/>
              </a:ext>
            </a:extLst>
          </p:cNvPr>
          <p:cNvSpPr>
            <a:spLocks noGrp="1"/>
          </p:cNvSpPr>
          <p:nvPr>
            <p:ph idx="16"/>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Tree>
    <p:extLst>
      <p:ext uri="{BB962C8B-B14F-4D97-AF65-F5344CB8AC3E}">
        <p14:creationId xmlns:p14="http://schemas.microsoft.com/office/powerpoint/2010/main" val="1804906406"/>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C5AF6-86E1-BD9E-5CA8-986DE9CF98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BE7491-5363-6406-5E8A-1988F4BF8164}"/>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68AA80A4-A077-6BDB-8056-10C61C57A1EC}"/>
              </a:ext>
            </a:extLst>
          </p:cNvPr>
          <p:cNvSpPr>
            <a:spLocks noGrp="1"/>
          </p:cNvSpPr>
          <p:nvPr>
            <p:ph idx="1"/>
          </p:nvPr>
        </p:nvSpPr>
        <p:spPr/>
        <p:txBody>
          <a:bodyPr/>
          <a:lstStyle/>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4" name="Text Placeholder 3">
            <a:extLst>
              <a:ext uri="{FF2B5EF4-FFF2-40B4-BE49-F238E27FC236}">
                <a16:creationId xmlns:a16="http://schemas.microsoft.com/office/drawing/2014/main" id="{1D88F741-7FDC-58B5-FE53-7AEF18B7FB63}"/>
              </a:ext>
            </a:extLst>
          </p:cNvPr>
          <p:cNvSpPr>
            <a:spLocks noGrp="1"/>
          </p:cNvSpPr>
          <p:nvPr>
            <p:ph type="body" sz="quarter" idx="13"/>
          </p:nvPr>
        </p:nvSpPr>
        <p:spPr/>
        <p:txBody>
          <a:bodyPr/>
          <a:lstStyle/>
          <a:p>
            <a:r>
              <a:rPr lang="en-GB" dirty="0"/>
              <a:t>Optional subtitle</a:t>
            </a:r>
          </a:p>
        </p:txBody>
      </p:sp>
      <p:sp>
        <p:nvSpPr>
          <p:cNvPr id="5" name="Content Placeholder 4">
            <a:extLst>
              <a:ext uri="{FF2B5EF4-FFF2-40B4-BE49-F238E27FC236}">
                <a16:creationId xmlns:a16="http://schemas.microsoft.com/office/drawing/2014/main" id="{8916E92B-38D3-71D2-365A-34556B797ECF}"/>
              </a:ext>
            </a:extLst>
          </p:cNvPr>
          <p:cNvSpPr>
            <a:spLocks noGrp="1"/>
          </p:cNvSpPr>
          <p:nvPr>
            <p:ph idx="14"/>
          </p:nvPr>
        </p:nvSpPr>
        <p:spPr/>
        <p:txBody>
          <a:bodyPr/>
          <a:lstStyle/>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6" name="Content Placeholder 5">
            <a:extLst>
              <a:ext uri="{FF2B5EF4-FFF2-40B4-BE49-F238E27FC236}">
                <a16:creationId xmlns:a16="http://schemas.microsoft.com/office/drawing/2014/main" id="{62B3C24D-F3DD-FAE0-C77E-F47798A3C621}"/>
              </a:ext>
            </a:extLst>
          </p:cNvPr>
          <p:cNvSpPr>
            <a:spLocks noGrp="1"/>
          </p:cNvSpPr>
          <p:nvPr>
            <p:ph idx="15"/>
          </p:nvPr>
        </p:nvSpPr>
        <p:spPr/>
        <p:txBody>
          <a:bodyPr/>
          <a:lstStyle/>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7" name="Content Placeholder 6">
            <a:extLst>
              <a:ext uri="{FF2B5EF4-FFF2-40B4-BE49-F238E27FC236}">
                <a16:creationId xmlns:a16="http://schemas.microsoft.com/office/drawing/2014/main" id="{2F0F6D9C-D487-8373-5EA4-5870E5EB9006}"/>
              </a:ext>
            </a:extLst>
          </p:cNvPr>
          <p:cNvSpPr>
            <a:spLocks noGrp="1"/>
          </p:cNvSpPr>
          <p:nvPr>
            <p:ph idx="16"/>
          </p:nvPr>
        </p:nvSpPr>
        <p:spPr/>
        <p:txBody>
          <a:bodyPr/>
          <a:lstStyle/>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13" name="Picture Placeholder 12">
            <a:extLst>
              <a:ext uri="{FF2B5EF4-FFF2-40B4-BE49-F238E27FC236}">
                <a16:creationId xmlns:a16="http://schemas.microsoft.com/office/drawing/2014/main" id="{3FF51A7E-5A6C-ED5F-2613-44FA37FFE756}"/>
              </a:ext>
            </a:extLst>
          </p:cNvPr>
          <p:cNvSpPr>
            <a:spLocks noGrp="1"/>
          </p:cNvSpPr>
          <p:nvPr>
            <p:ph type="pic" sz="quarter" idx="4294967295"/>
          </p:nvPr>
        </p:nvSpPr>
        <p:spPr>
          <a:xfrm>
            <a:off x="2782888" y="2159000"/>
            <a:ext cx="832764" cy="835966"/>
          </a:xfrm>
        </p:spPr>
        <p:txBody>
          <a:bodyPr/>
          <a:lstStyle/>
          <a:p>
            <a:endParaRPr lang="en-US" sz="1000"/>
          </a:p>
        </p:txBody>
      </p:sp>
      <p:sp>
        <p:nvSpPr>
          <p:cNvPr id="11" name="Picture Placeholder 10">
            <a:extLst>
              <a:ext uri="{FF2B5EF4-FFF2-40B4-BE49-F238E27FC236}">
                <a16:creationId xmlns:a16="http://schemas.microsoft.com/office/drawing/2014/main" id="{F7A6A81C-031E-1383-9465-AF4A31648576}"/>
              </a:ext>
            </a:extLst>
          </p:cNvPr>
          <p:cNvSpPr>
            <a:spLocks noGrp="1"/>
          </p:cNvSpPr>
          <p:nvPr>
            <p:ph type="pic" sz="quarter" idx="4294967295"/>
          </p:nvPr>
        </p:nvSpPr>
        <p:spPr>
          <a:xfrm>
            <a:off x="501650" y="2159000"/>
            <a:ext cx="832764" cy="835966"/>
          </a:xfrm>
        </p:spPr>
        <p:txBody>
          <a:bodyPr/>
          <a:lstStyle/>
          <a:p>
            <a:endParaRPr lang="en-US" sz="1000" dirty="0"/>
          </a:p>
        </p:txBody>
      </p:sp>
      <p:sp>
        <p:nvSpPr>
          <p:cNvPr id="14" name="Picture Placeholder 13">
            <a:extLst>
              <a:ext uri="{FF2B5EF4-FFF2-40B4-BE49-F238E27FC236}">
                <a16:creationId xmlns:a16="http://schemas.microsoft.com/office/drawing/2014/main" id="{847B4704-74ED-6F75-6C0B-102F65E1F757}"/>
              </a:ext>
            </a:extLst>
          </p:cNvPr>
          <p:cNvSpPr>
            <a:spLocks noGrp="1"/>
          </p:cNvSpPr>
          <p:nvPr>
            <p:ph type="pic" sz="quarter" idx="4294967295"/>
          </p:nvPr>
        </p:nvSpPr>
        <p:spPr>
          <a:xfrm>
            <a:off x="5065713" y="2159000"/>
            <a:ext cx="832764" cy="835966"/>
          </a:xfrm>
        </p:spPr>
        <p:txBody>
          <a:bodyPr/>
          <a:lstStyle/>
          <a:p>
            <a:endParaRPr lang="en-US" sz="1000"/>
          </a:p>
        </p:txBody>
      </p:sp>
      <p:sp>
        <p:nvSpPr>
          <p:cNvPr id="15" name="Picture Placeholder 14">
            <a:extLst>
              <a:ext uri="{FF2B5EF4-FFF2-40B4-BE49-F238E27FC236}">
                <a16:creationId xmlns:a16="http://schemas.microsoft.com/office/drawing/2014/main" id="{DF5178B2-A04D-1AB3-9DF2-4D7C72676772}"/>
              </a:ext>
            </a:extLst>
          </p:cNvPr>
          <p:cNvSpPr>
            <a:spLocks noGrp="1"/>
          </p:cNvSpPr>
          <p:nvPr>
            <p:ph type="pic" sz="quarter" idx="4294967295"/>
          </p:nvPr>
        </p:nvSpPr>
        <p:spPr>
          <a:xfrm>
            <a:off x="7356475" y="2159000"/>
            <a:ext cx="832764" cy="835966"/>
          </a:xfrm>
        </p:spPr>
        <p:txBody>
          <a:bodyPr/>
          <a:lstStyle/>
          <a:p>
            <a:endParaRPr lang="en-US" sz="1000"/>
          </a:p>
        </p:txBody>
      </p:sp>
    </p:spTree>
    <p:extLst>
      <p:ext uri="{BB962C8B-B14F-4D97-AF65-F5344CB8AC3E}">
        <p14:creationId xmlns:p14="http://schemas.microsoft.com/office/powerpoint/2010/main" val="1772897925"/>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47687A2A-D45F-7291-3C59-5586285587AD}"/>
              </a:ext>
            </a:extLst>
          </p:cNvPr>
          <p:cNvSpPr>
            <a:spLocks noGrp="1"/>
          </p:cNvSpPr>
          <p:nvPr>
            <p:ph type="pic" sz="quarter" idx="14"/>
          </p:nvPr>
        </p:nvSpPr>
        <p:spPr/>
        <p:txBody>
          <a:bodyPr/>
          <a:lstStyle/>
          <a:p>
            <a:endParaRPr lang="en-GB"/>
          </a:p>
        </p:txBody>
      </p:sp>
      <p:sp>
        <p:nvSpPr>
          <p:cNvPr id="2" name="Title 1">
            <a:extLst>
              <a:ext uri="{FF2B5EF4-FFF2-40B4-BE49-F238E27FC236}">
                <a16:creationId xmlns:a16="http://schemas.microsoft.com/office/drawing/2014/main" id="{45B361B4-F333-DE96-0A30-A67899C82047}"/>
              </a:ext>
            </a:extLst>
          </p:cNvPr>
          <p:cNvSpPr>
            <a:spLocks noGrp="1"/>
          </p:cNvSpPr>
          <p:nvPr>
            <p:ph type="title"/>
          </p:nvPr>
        </p:nvSpPr>
        <p:spPr>
          <a:xfrm>
            <a:off x="504000" y="720001"/>
            <a:ext cx="5489574" cy="676799"/>
          </a:xfrm>
        </p:spPr>
        <p:txBody>
          <a:bodyPr/>
          <a:lstStyle/>
          <a:p>
            <a:r>
              <a:rPr lang="en-GB" dirty="0"/>
              <a:t>Example title</a:t>
            </a:r>
          </a:p>
        </p:txBody>
      </p:sp>
      <p:sp>
        <p:nvSpPr>
          <p:cNvPr id="3" name="Content Placeholder 2">
            <a:extLst>
              <a:ext uri="{FF2B5EF4-FFF2-40B4-BE49-F238E27FC236}">
                <a16:creationId xmlns:a16="http://schemas.microsoft.com/office/drawing/2014/main" id="{8A058C01-09C9-3E49-94C5-160787AF4CA8}"/>
              </a:ext>
            </a:extLst>
          </p:cNvPr>
          <p:cNvSpPr>
            <a:spLocks noGrp="1"/>
          </p:cNvSpPr>
          <p:nvPr>
            <p:ph idx="1"/>
          </p:nvPr>
        </p:nvSpPr>
        <p:spPr>
          <a:xfrm>
            <a:off x="509181" y="2644775"/>
            <a:ext cx="4340631" cy="3168000"/>
          </a:xfrm>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4" name="Text Placeholder 3">
            <a:extLst>
              <a:ext uri="{FF2B5EF4-FFF2-40B4-BE49-F238E27FC236}">
                <a16:creationId xmlns:a16="http://schemas.microsoft.com/office/drawing/2014/main" id="{096DAA9A-8F03-2B8E-9AEC-18E44568B991}"/>
              </a:ext>
            </a:extLst>
          </p:cNvPr>
          <p:cNvSpPr>
            <a:spLocks noGrp="1"/>
          </p:cNvSpPr>
          <p:nvPr>
            <p:ph type="body" sz="quarter" idx="13"/>
          </p:nvPr>
        </p:nvSpPr>
        <p:spPr>
          <a:xfrm>
            <a:off x="501650" y="1396800"/>
            <a:ext cx="5489575" cy="360000"/>
          </a:xfrm>
        </p:spPr>
        <p:txBody>
          <a:bodyPr/>
          <a:lstStyle/>
          <a:p>
            <a:r>
              <a:rPr lang="en-GB" dirty="0"/>
              <a:t>Optional subtitle</a:t>
            </a:r>
          </a:p>
        </p:txBody>
      </p:sp>
      <p:sp>
        <p:nvSpPr>
          <p:cNvPr id="14" name="Text Placeholder 13">
            <a:extLst>
              <a:ext uri="{FF2B5EF4-FFF2-40B4-BE49-F238E27FC236}">
                <a16:creationId xmlns:a16="http://schemas.microsoft.com/office/drawing/2014/main" id="{F8FB703E-D56A-4165-3D83-D319F3E88DD5}"/>
              </a:ext>
            </a:extLst>
          </p:cNvPr>
          <p:cNvSpPr>
            <a:spLocks noGrp="1"/>
          </p:cNvSpPr>
          <p:nvPr>
            <p:ph type="body" sz="quarter" idx="16"/>
          </p:nvPr>
        </p:nvSpPr>
        <p:spPr/>
        <p:txBody>
          <a:bodyPr/>
          <a:lstStyle/>
          <a:p>
            <a:endParaRPr lang="en-GB"/>
          </a:p>
        </p:txBody>
      </p:sp>
    </p:spTree>
    <p:extLst>
      <p:ext uri="{BB962C8B-B14F-4D97-AF65-F5344CB8AC3E}">
        <p14:creationId xmlns:p14="http://schemas.microsoft.com/office/powerpoint/2010/main" val="3007208801"/>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1A0E1-ACAE-6D92-15F1-026CFFD6F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70CE49-38CC-1B25-DEB0-7E80A7D4CD93}"/>
              </a:ext>
            </a:extLst>
          </p:cNvPr>
          <p:cNvSpPr>
            <a:spLocks noGrp="1"/>
          </p:cNvSpPr>
          <p:nvPr>
            <p:ph type="title"/>
          </p:nvPr>
        </p:nvSpPr>
        <p:spPr>
          <a:xfrm>
            <a:off x="504000" y="720001"/>
            <a:ext cx="5489574" cy="676799"/>
          </a:xfrm>
        </p:spPr>
        <p:txBody>
          <a:bodyPr/>
          <a:lstStyle/>
          <a:p>
            <a:r>
              <a:rPr lang="en-GB" dirty="0"/>
              <a:t>Example title</a:t>
            </a:r>
          </a:p>
        </p:txBody>
      </p:sp>
      <p:sp>
        <p:nvSpPr>
          <p:cNvPr id="3" name="Content Placeholder 2">
            <a:extLst>
              <a:ext uri="{FF2B5EF4-FFF2-40B4-BE49-F238E27FC236}">
                <a16:creationId xmlns:a16="http://schemas.microsoft.com/office/drawing/2014/main" id="{21928777-B0AB-9F55-7DFF-3D8F12D5EC00}"/>
              </a:ext>
            </a:extLst>
          </p:cNvPr>
          <p:cNvSpPr>
            <a:spLocks noGrp="1"/>
          </p:cNvSpPr>
          <p:nvPr>
            <p:ph idx="1"/>
          </p:nvPr>
        </p:nvSpPr>
        <p:spPr>
          <a:xfrm>
            <a:off x="509181" y="2644775"/>
            <a:ext cx="4340631" cy="3168000"/>
          </a:xfrm>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4" name="Text Placeholder 3">
            <a:extLst>
              <a:ext uri="{FF2B5EF4-FFF2-40B4-BE49-F238E27FC236}">
                <a16:creationId xmlns:a16="http://schemas.microsoft.com/office/drawing/2014/main" id="{E515EE35-C270-599D-B704-C99EBC6DA81B}"/>
              </a:ext>
            </a:extLst>
          </p:cNvPr>
          <p:cNvSpPr>
            <a:spLocks noGrp="1"/>
          </p:cNvSpPr>
          <p:nvPr>
            <p:ph type="body" sz="quarter" idx="13"/>
          </p:nvPr>
        </p:nvSpPr>
        <p:spPr>
          <a:xfrm>
            <a:off x="501650" y="1396800"/>
            <a:ext cx="5489575" cy="360000"/>
          </a:xfrm>
        </p:spPr>
        <p:txBody>
          <a:bodyPr/>
          <a:lstStyle/>
          <a:p>
            <a:r>
              <a:rPr lang="en-GB" dirty="0"/>
              <a:t>Optional subtitle</a:t>
            </a:r>
          </a:p>
        </p:txBody>
      </p:sp>
      <p:sp>
        <p:nvSpPr>
          <p:cNvPr id="5" name="Text Placeholder 9">
            <a:extLst>
              <a:ext uri="{FF2B5EF4-FFF2-40B4-BE49-F238E27FC236}">
                <a16:creationId xmlns:a16="http://schemas.microsoft.com/office/drawing/2014/main" id="{276FBE7B-33A1-ACF3-80C6-8B6F60F8F7FA}"/>
              </a:ext>
            </a:extLst>
          </p:cNvPr>
          <p:cNvSpPr txBox="1">
            <a:spLocks/>
          </p:cNvSpPr>
          <p:nvPr/>
        </p:nvSpPr>
        <p:spPr>
          <a:xfrm>
            <a:off x="7132638" y="2155989"/>
            <a:ext cx="4557712" cy="1273011"/>
          </a:xfrm>
          <a:prstGeom prst="rect">
            <a:avLst/>
          </a:prstGeom>
          <a:solidFill>
            <a:schemeClr val="tx2">
              <a:lumMod val="20000"/>
              <a:lumOff val="80000"/>
            </a:schemeClr>
          </a:solidFill>
        </p:spPr>
        <p:txBody>
          <a:bodyPr vert="horz" lIns="72000" tIns="72000" rIns="72000" bIns="72000" rtlCol="0" anchor="t" anchorCtr="0">
            <a:no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1200" kern="1200">
                <a:solidFill>
                  <a:schemeClr val="tx2"/>
                </a:solidFill>
                <a:latin typeface="+mn-lt"/>
                <a:ea typeface="+mn-ea"/>
                <a:cs typeface="+mn-cs"/>
              </a:defRPr>
            </a:lvl1pPr>
            <a:lvl2pPr marL="0" indent="0" algn="l" defTabSz="914400" rtl="0" eaLnBrk="1" latinLnBrk="0" hangingPunct="1">
              <a:lnSpc>
                <a:spcPct val="100000"/>
              </a:lnSpc>
              <a:spcBef>
                <a:spcPts val="0"/>
              </a:spcBef>
              <a:buFont typeface="Arial" panose="020B0604020202020204" pitchFamily="34" charset="0"/>
              <a:buNone/>
              <a:defRPr sz="1200" kern="1200">
                <a:solidFill>
                  <a:schemeClr val="tx2"/>
                </a:solidFill>
                <a:latin typeface="+mj-lt"/>
                <a:ea typeface="+mn-ea"/>
                <a:cs typeface="+mn-cs"/>
              </a:defRPr>
            </a:lvl2pPr>
            <a:lvl3pPr marL="176213" indent="-176213" algn="l" defTabSz="914400" rtl="0" eaLnBrk="1" latinLnBrk="0" hangingPunct="1">
              <a:lnSpc>
                <a:spcPct val="100000"/>
              </a:lnSpc>
              <a:spcBef>
                <a:spcPts val="0"/>
              </a:spcBef>
              <a:buSzPct val="90000"/>
              <a:buFont typeface="Arial" panose="020B0604020202020204" pitchFamily="34" charset="0"/>
              <a:buChar char="•"/>
              <a:defRPr sz="1200" kern="1200">
                <a:solidFill>
                  <a:schemeClr val="tx2"/>
                </a:solidFill>
                <a:latin typeface="+mn-lt"/>
                <a:ea typeface="+mn-ea"/>
                <a:cs typeface="+mn-cs"/>
              </a:defRPr>
            </a:lvl3pPr>
            <a:lvl4pPr marL="358775" indent="-182563" algn="l" defTabSz="914400" rtl="0" eaLnBrk="1" latinLnBrk="0" hangingPunct="1">
              <a:lnSpc>
                <a:spcPct val="100000"/>
              </a:lnSpc>
              <a:spcBef>
                <a:spcPts val="0"/>
              </a:spcBef>
              <a:buSzPct val="90000"/>
              <a:buFont typeface="Arial" panose="020B0604020202020204" pitchFamily="34" charset="0"/>
              <a:buChar char="•"/>
              <a:defRPr sz="1200" kern="1200">
                <a:solidFill>
                  <a:schemeClr val="tx2"/>
                </a:solidFill>
                <a:latin typeface="+mn-lt"/>
                <a:ea typeface="+mn-ea"/>
                <a:cs typeface="+mn-cs"/>
              </a:defRPr>
            </a:lvl4pPr>
            <a:lvl5pPr marL="536575" indent="-177800" algn="l" defTabSz="914400" rtl="0" eaLnBrk="1" latinLnBrk="0" hangingPunct="1">
              <a:lnSpc>
                <a:spcPct val="100000"/>
              </a:lnSpc>
              <a:spcBef>
                <a:spcPts val="0"/>
              </a:spcBef>
              <a:buSzPct val="90000"/>
              <a:buFont typeface="Arial" panose="020B0604020202020204" pitchFamily="34" charset="0"/>
              <a:buChar char="•"/>
              <a:defRPr sz="1200" kern="1200">
                <a:solidFill>
                  <a:schemeClr val="tx2"/>
                </a:solidFill>
                <a:latin typeface="+mn-lt"/>
                <a:ea typeface="+mn-ea"/>
                <a:cs typeface="+mn-cs"/>
              </a:defRPr>
            </a:lvl5pPr>
            <a:lvl6pPr marL="717550" indent="-180975" algn="l" defTabSz="914400" rtl="0" eaLnBrk="1" latinLnBrk="0" hangingPunct="1">
              <a:lnSpc>
                <a:spcPct val="100000"/>
              </a:lnSpc>
              <a:spcBef>
                <a:spcPts val="0"/>
              </a:spcBef>
              <a:buSzPct val="90000"/>
              <a:buFont typeface="Arial" panose="020B0604020202020204" pitchFamily="34" charset="0"/>
              <a:buChar char="•"/>
              <a:defRPr sz="2400" kern="1200">
                <a:solidFill>
                  <a:schemeClr val="tx1"/>
                </a:solidFill>
                <a:latin typeface="+mn-lt"/>
                <a:ea typeface="+mn-ea"/>
                <a:cs typeface="+mn-cs"/>
              </a:defRPr>
            </a:lvl6pPr>
            <a:lvl7pPr marL="895350" indent="-177800" algn="l" defTabSz="914400" rtl="0" eaLnBrk="1" latinLnBrk="0" hangingPunct="1">
              <a:lnSpc>
                <a:spcPct val="100000"/>
              </a:lnSpc>
              <a:spcBef>
                <a:spcPts val="0"/>
              </a:spcBef>
              <a:buSzPct val="90000"/>
              <a:buFont typeface="Arial" panose="020B0604020202020204" pitchFamily="34" charset="0"/>
              <a:buChar char="•"/>
              <a:defRPr sz="2400" kern="1200">
                <a:solidFill>
                  <a:schemeClr val="tx1"/>
                </a:solidFill>
                <a:latin typeface="+mn-lt"/>
                <a:ea typeface="+mn-ea"/>
                <a:cs typeface="+mn-cs"/>
              </a:defRPr>
            </a:lvl7pPr>
            <a:lvl8pPr marL="1076325" indent="-180975" algn="l" defTabSz="914400" rtl="0" eaLnBrk="1" latinLnBrk="0" hangingPunct="1">
              <a:lnSpc>
                <a:spcPct val="100000"/>
              </a:lnSpc>
              <a:spcBef>
                <a:spcPts val="0"/>
              </a:spcBef>
              <a:buSzPct val="90000"/>
              <a:buFont typeface="Arial" panose="020B0604020202020204" pitchFamily="34" charset="0"/>
              <a:buChar char="•"/>
              <a:defRPr sz="2400" kern="1200">
                <a:solidFill>
                  <a:schemeClr val="tx1"/>
                </a:solidFill>
                <a:latin typeface="+mn-lt"/>
                <a:ea typeface="+mn-ea"/>
                <a:cs typeface="+mn-cs"/>
              </a:defRPr>
            </a:lvl8pPr>
            <a:lvl9pPr marL="1254125" indent="-177800" algn="l" defTabSz="914400" rtl="0" eaLnBrk="1" latinLnBrk="0" hangingPunct="1">
              <a:lnSpc>
                <a:spcPct val="100000"/>
              </a:lnSpc>
              <a:spcBef>
                <a:spcPts val="0"/>
              </a:spcBef>
              <a:buSzPct val="90000"/>
              <a:buFont typeface="Arial" panose="020B0604020202020204" pitchFamily="34" charset="0"/>
              <a:buChar char="•"/>
              <a:defRPr sz="2400" kern="1200">
                <a:solidFill>
                  <a:schemeClr val="tx1"/>
                </a:solidFill>
                <a:latin typeface="+mn-lt"/>
                <a:ea typeface="+mn-ea"/>
                <a:cs typeface="+mn-cs"/>
              </a:defRPr>
            </a:lvl9pPr>
          </a:lstStyle>
          <a:p>
            <a:r>
              <a:rPr lang="en-GB" dirty="0"/>
              <a:t>The full format picture is applied to the slide background.</a:t>
            </a:r>
            <a:br>
              <a:rPr lang="en-GB" dirty="0"/>
            </a:br>
            <a:r>
              <a:rPr lang="en-GB" dirty="0"/>
              <a:t>To do this, simply right-click the background and select ‘Format Background’ from the pop up menu that appears.</a:t>
            </a:r>
            <a:br>
              <a:rPr lang="en-GB" dirty="0"/>
            </a:br>
            <a:r>
              <a:rPr lang="en-GB" dirty="0"/>
              <a:t>In the format side panel, go to the ‘Fill’ settings and click on ‘Picture or Texture fill’, then click on the ‘Insert’ button. Locate and select the picture and it will be applied to the slide.</a:t>
            </a:r>
          </a:p>
        </p:txBody>
      </p:sp>
    </p:spTree>
    <p:extLst>
      <p:ext uri="{BB962C8B-B14F-4D97-AF65-F5344CB8AC3E}">
        <p14:creationId xmlns:p14="http://schemas.microsoft.com/office/powerpoint/2010/main" val="3417005866"/>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61FB5-9A64-1986-0C0A-133E93C3EB74}"/>
            </a:ext>
          </a:extLst>
        </p:cNvPr>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2760C8C1-A684-4DCD-279F-2D26EA39F2C1}"/>
              </a:ext>
            </a:extLst>
          </p:cNvPr>
          <p:cNvSpPr>
            <a:spLocks noGrp="1"/>
          </p:cNvSpPr>
          <p:nvPr>
            <p:ph type="pic" sz="quarter" idx="19"/>
          </p:nvPr>
        </p:nvSpPr>
        <p:spPr/>
        <p:txBody>
          <a:bodyPr/>
          <a:lstStyle/>
          <a:p>
            <a:endParaRPr lang="en-GB"/>
          </a:p>
        </p:txBody>
      </p:sp>
      <p:sp>
        <p:nvSpPr>
          <p:cNvPr id="11" name="Picture Placeholder 10">
            <a:extLst>
              <a:ext uri="{FF2B5EF4-FFF2-40B4-BE49-F238E27FC236}">
                <a16:creationId xmlns:a16="http://schemas.microsoft.com/office/drawing/2014/main" id="{0DA8365E-022C-8896-2B45-898962390F46}"/>
              </a:ext>
            </a:extLst>
          </p:cNvPr>
          <p:cNvSpPr>
            <a:spLocks noGrp="1"/>
          </p:cNvSpPr>
          <p:nvPr>
            <p:ph type="pic" sz="quarter" idx="17"/>
          </p:nvPr>
        </p:nvSpPr>
        <p:spPr/>
        <p:txBody>
          <a:bodyPr/>
          <a:lstStyle/>
          <a:p>
            <a:endParaRPr lang="en-GB"/>
          </a:p>
        </p:txBody>
      </p:sp>
      <p:sp>
        <p:nvSpPr>
          <p:cNvPr id="2" name="Title 1">
            <a:extLst>
              <a:ext uri="{FF2B5EF4-FFF2-40B4-BE49-F238E27FC236}">
                <a16:creationId xmlns:a16="http://schemas.microsoft.com/office/drawing/2014/main" id="{F3FA5D3B-172F-AD91-5434-32E93AE1D97A}"/>
              </a:ext>
            </a:extLst>
          </p:cNvPr>
          <p:cNvSpPr>
            <a:spLocks noGrp="1"/>
          </p:cNvSpPr>
          <p:nvPr>
            <p:ph type="title"/>
          </p:nvPr>
        </p:nvSpPr>
        <p:spPr>
          <a:xfrm>
            <a:off x="504000" y="720001"/>
            <a:ext cx="4561713" cy="676799"/>
          </a:xfrm>
        </p:spPr>
        <p:txBody>
          <a:bodyPr/>
          <a:lstStyle/>
          <a:p>
            <a:r>
              <a:rPr lang="en-GB" dirty="0"/>
              <a:t>Example title</a:t>
            </a:r>
          </a:p>
        </p:txBody>
      </p:sp>
      <p:sp>
        <p:nvSpPr>
          <p:cNvPr id="3" name="Content Placeholder 2">
            <a:extLst>
              <a:ext uri="{FF2B5EF4-FFF2-40B4-BE49-F238E27FC236}">
                <a16:creationId xmlns:a16="http://schemas.microsoft.com/office/drawing/2014/main" id="{CD06AF49-3B02-46E5-DFD0-E3B994B959AF}"/>
              </a:ext>
            </a:extLst>
          </p:cNvPr>
          <p:cNvSpPr>
            <a:spLocks noGrp="1"/>
          </p:cNvSpPr>
          <p:nvPr>
            <p:ph idx="1"/>
          </p:nvPr>
        </p:nvSpPr>
        <p:spPr>
          <a:xfrm>
            <a:off x="509181" y="2644775"/>
            <a:ext cx="4340631" cy="3168000"/>
          </a:xfrm>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4" name="Text Placeholder 3">
            <a:extLst>
              <a:ext uri="{FF2B5EF4-FFF2-40B4-BE49-F238E27FC236}">
                <a16:creationId xmlns:a16="http://schemas.microsoft.com/office/drawing/2014/main" id="{55E468FB-98C2-266A-5097-8B3188202F13}"/>
              </a:ext>
            </a:extLst>
          </p:cNvPr>
          <p:cNvSpPr>
            <a:spLocks noGrp="1"/>
          </p:cNvSpPr>
          <p:nvPr>
            <p:ph type="body" sz="quarter" idx="13"/>
          </p:nvPr>
        </p:nvSpPr>
        <p:spPr>
          <a:xfrm>
            <a:off x="501650" y="1396800"/>
            <a:ext cx="5489575" cy="360000"/>
          </a:xfrm>
        </p:spPr>
        <p:txBody>
          <a:bodyPr/>
          <a:lstStyle/>
          <a:p>
            <a:r>
              <a:rPr lang="en-GB" dirty="0"/>
              <a:t>Optional subtitle</a:t>
            </a:r>
          </a:p>
        </p:txBody>
      </p:sp>
      <p:sp>
        <p:nvSpPr>
          <p:cNvPr id="12" name="Picture Placeholder 11">
            <a:extLst>
              <a:ext uri="{FF2B5EF4-FFF2-40B4-BE49-F238E27FC236}">
                <a16:creationId xmlns:a16="http://schemas.microsoft.com/office/drawing/2014/main" id="{DB1B205D-52ED-10D9-1BA2-266056533A44}"/>
              </a:ext>
            </a:extLst>
          </p:cNvPr>
          <p:cNvSpPr>
            <a:spLocks noGrp="1"/>
          </p:cNvSpPr>
          <p:nvPr>
            <p:ph type="pic" sz="quarter" idx="18"/>
          </p:nvPr>
        </p:nvSpPr>
        <p:spPr/>
        <p:txBody>
          <a:bodyPr/>
          <a:lstStyle/>
          <a:p>
            <a:endParaRPr lang="en-GB"/>
          </a:p>
        </p:txBody>
      </p:sp>
    </p:spTree>
    <p:extLst>
      <p:ext uri="{BB962C8B-B14F-4D97-AF65-F5344CB8AC3E}">
        <p14:creationId xmlns:p14="http://schemas.microsoft.com/office/powerpoint/2010/main" val="965937402"/>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76B4B-9284-25C4-406D-2999736D235B}"/>
            </a:ext>
          </a:extLst>
        </p:cNvPr>
        <p:cNvGrpSpPr/>
        <p:nvPr/>
      </p:nvGrpSpPr>
      <p:grpSpPr>
        <a:xfrm>
          <a:off x="0" y="0"/>
          <a:ext cx="0" cy="0"/>
          <a:chOff x="0" y="0"/>
          <a:chExt cx="0" cy="0"/>
        </a:xfrm>
      </p:grpSpPr>
      <p:sp>
        <p:nvSpPr>
          <p:cNvPr id="5" name="Picture Placeholder 4">
            <a:extLst>
              <a:ext uri="{FF2B5EF4-FFF2-40B4-BE49-F238E27FC236}">
                <a16:creationId xmlns:a16="http://schemas.microsoft.com/office/drawing/2014/main" id="{9FE1858A-A0A8-2B7D-79F1-9BF45BCD7334}"/>
              </a:ext>
            </a:extLst>
          </p:cNvPr>
          <p:cNvSpPr>
            <a:spLocks noGrp="1"/>
          </p:cNvSpPr>
          <p:nvPr>
            <p:ph type="pic" sz="quarter" idx="14"/>
          </p:nvPr>
        </p:nvSpPr>
        <p:spPr/>
        <p:txBody>
          <a:bodyPr/>
          <a:lstStyle/>
          <a:p>
            <a:endParaRPr lang="en-GB"/>
          </a:p>
        </p:txBody>
      </p:sp>
      <p:sp>
        <p:nvSpPr>
          <p:cNvPr id="2" name="Title 1">
            <a:extLst>
              <a:ext uri="{FF2B5EF4-FFF2-40B4-BE49-F238E27FC236}">
                <a16:creationId xmlns:a16="http://schemas.microsoft.com/office/drawing/2014/main" id="{F9692611-1DF4-A175-2814-757BDB0473F6}"/>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C49D75CC-9B33-A5BC-53C9-49636C8842C7}"/>
              </a:ext>
            </a:extLst>
          </p:cNvPr>
          <p:cNvSpPr>
            <a:spLocks noGrp="1"/>
          </p:cNvSpPr>
          <p:nvPr>
            <p:ph idx="1"/>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4" name="Text Placeholder 3">
            <a:extLst>
              <a:ext uri="{FF2B5EF4-FFF2-40B4-BE49-F238E27FC236}">
                <a16:creationId xmlns:a16="http://schemas.microsoft.com/office/drawing/2014/main" id="{E1321138-5C8B-C946-159D-C7E83A8868BA}"/>
              </a:ext>
            </a:extLst>
          </p:cNvPr>
          <p:cNvSpPr>
            <a:spLocks noGrp="1"/>
          </p:cNvSpPr>
          <p:nvPr>
            <p:ph type="body" sz="quarter" idx="13"/>
          </p:nvPr>
        </p:nvSpPr>
        <p:spPr/>
        <p:txBody>
          <a:bodyPr/>
          <a:lstStyle/>
          <a:p>
            <a:r>
              <a:rPr lang="en-GB" dirty="0"/>
              <a:t>Optional subtitle</a:t>
            </a:r>
          </a:p>
        </p:txBody>
      </p:sp>
      <p:sp>
        <p:nvSpPr>
          <p:cNvPr id="6" name="Picture Placeholder 5">
            <a:extLst>
              <a:ext uri="{FF2B5EF4-FFF2-40B4-BE49-F238E27FC236}">
                <a16:creationId xmlns:a16="http://schemas.microsoft.com/office/drawing/2014/main" id="{5BBF4BC9-5F4B-B396-6E03-46FDBF9A2F86}"/>
              </a:ext>
            </a:extLst>
          </p:cNvPr>
          <p:cNvSpPr>
            <a:spLocks noGrp="1"/>
          </p:cNvSpPr>
          <p:nvPr>
            <p:ph type="pic" sz="quarter" idx="15"/>
          </p:nvPr>
        </p:nvSpPr>
        <p:spPr/>
        <p:txBody>
          <a:bodyPr/>
          <a:lstStyle/>
          <a:p>
            <a:endParaRPr lang="en-GB"/>
          </a:p>
        </p:txBody>
      </p:sp>
      <p:sp>
        <p:nvSpPr>
          <p:cNvPr id="7" name="Picture Placeholder 6">
            <a:extLst>
              <a:ext uri="{FF2B5EF4-FFF2-40B4-BE49-F238E27FC236}">
                <a16:creationId xmlns:a16="http://schemas.microsoft.com/office/drawing/2014/main" id="{3359B93D-8A8E-F021-EBD7-914AE7598FB0}"/>
              </a:ext>
            </a:extLst>
          </p:cNvPr>
          <p:cNvSpPr>
            <a:spLocks noGrp="1"/>
          </p:cNvSpPr>
          <p:nvPr>
            <p:ph type="pic" sz="quarter" idx="16"/>
          </p:nvPr>
        </p:nvSpPr>
        <p:spPr/>
        <p:txBody>
          <a:bodyPr/>
          <a:lstStyle/>
          <a:p>
            <a:endParaRPr lang="en-GB"/>
          </a:p>
        </p:txBody>
      </p:sp>
      <p:sp>
        <p:nvSpPr>
          <p:cNvPr id="8" name="Picture Placeholder 7">
            <a:extLst>
              <a:ext uri="{FF2B5EF4-FFF2-40B4-BE49-F238E27FC236}">
                <a16:creationId xmlns:a16="http://schemas.microsoft.com/office/drawing/2014/main" id="{77BD2A9C-4B52-747E-C810-6633ADA10C1E}"/>
              </a:ext>
            </a:extLst>
          </p:cNvPr>
          <p:cNvSpPr>
            <a:spLocks noGrp="1"/>
          </p:cNvSpPr>
          <p:nvPr>
            <p:ph type="pic" sz="quarter" idx="17"/>
          </p:nvPr>
        </p:nvSpPr>
        <p:spPr/>
        <p:txBody>
          <a:bodyPr/>
          <a:lstStyle/>
          <a:p>
            <a:endParaRPr lang="en-GB"/>
          </a:p>
        </p:txBody>
      </p:sp>
    </p:spTree>
    <p:extLst>
      <p:ext uri="{BB962C8B-B14F-4D97-AF65-F5344CB8AC3E}">
        <p14:creationId xmlns:p14="http://schemas.microsoft.com/office/powerpoint/2010/main" val="2466607402"/>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74F46-5A58-6DC3-2E11-ED1E9F26E8D0}"/>
            </a:ext>
          </a:extLst>
        </p:cNvPr>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CDB9A80-48E3-19F1-7285-99CB6DA5C4DC}"/>
              </a:ext>
            </a:extLst>
          </p:cNvPr>
          <p:cNvSpPr>
            <a:spLocks noGrp="1"/>
          </p:cNvSpPr>
          <p:nvPr>
            <p:ph type="pic" sz="quarter" idx="14"/>
          </p:nvPr>
        </p:nvSpPr>
        <p:spPr/>
        <p:txBody>
          <a:bodyPr/>
          <a:lstStyle/>
          <a:p>
            <a:endParaRPr lang="en-GB"/>
          </a:p>
        </p:txBody>
      </p:sp>
      <p:sp>
        <p:nvSpPr>
          <p:cNvPr id="2" name="Title 1">
            <a:extLst>
              <a:ext uri="{FF2B5EF4-FFF2-40B4-BE49-F238E27FC236}">
                <a16:creationId xmlns:a16="http://schemas.microsoft.com/office/drawing/2014/main" id="{A3A5B5D5-6C6E-F7DD-CA1D-421D5B0D8962}"/>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9EC60DDB-9B4A-3422-D0C2-75222D432D78}"/>
              </a:ext>
            </a:extLst>
          </p:cNvPr>
          <p:cNvSpPr>
            <a:spLocks noGrp="1"/>
          </p:cNvSpPr>
          <p:nvPr>
            <p:ph idx="1"/>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4" name="Text Placeholder 3">
            <a:extLst>
              <a:ext uri="{FF2B5EF4-FFF2-40B4-BE49-F238E27FC236}">
                <a16:creationId xmlns:a16="http://schemas.microsoft.com/office/drawing/2014/main" id="{2BD9CFE3-409F-1B10-83EB-B8D4A99FBE46}"/>
              </a:ext>
            </a:extLst>
          </p:cNvPr>
          <p:cNvSpPr>
            <a:spLocks noGrp="1"/>
          </p:cNvSpPr>
          <p:nvPr>
            <p:ph type="body" sz="quarter" idx="13"/>
          </p:nvPr>
        </p:nvSpPr>
        <p:spPr/>
        <p:txBody>
          <a:bodyPr/>
          <a:lstStyle/>
          <a:p>
            <a:r>
              <a:rPr lang="en-GB" dirty="0"/>
              <a:t>Optional subtitle</a:t>
            </a:r>
          </a:p>
        </p:txBody>
      </p:sp>
      <p:sp>
        <p:nvSpPr>
          <p:cNvPr id="10" name="Picture Placeholder 9">
            <a:extLst>
              <a:ext uri="{FF2B5EF4-FFF2-40B4-BE49-F238E27FC236}">
                <a16:creationId xmlns:a16="http://schemas.microsoft.com/office/drawing/2014/main" id="{E64C9449-9F04-A2AD-2E15-A6F2ACDB202D}"/>
              </a:ext>
            </a:extLst>
          </p:cNvPr>
          <p:cNvSpPr>
            <a:spLocks noGrp="1"/>
          </p:cNvSpPr>
          <p:nvPr>
            <p:ph type="pic" sz="quarter" idx="15"/>
          </p:nvPr>
        </p:nvSpPr>
        <p:spPr/>
        <p:txBody>
          <a:bodyPr/>
          <a:lstStyle/>
          <a:p>
            <a:endParaRPr lang="en-GB"/>
          </a:p>
        </p:txBody>
      </p:sp>
      <p:sp>
        <p:nvSpPr>
          <p:cNvPr id="11" name="Picture Placeholder 10">
            <a:extLst>
              <a:ext uri="{FF2B5EF4-FFF2-40B4-BE49-F238E27FC236}">
                <a16:creationId xmlns:a16="http://schemas.microsoft.com/office/drawing/2014/main" id="{B59EFE64-81DB-1965-DC8A-14C3FEB2AC0E}"/>
              </a:ext>
            </a:extLst>
          </p:cNvPr>
          <p:cNvSpPr>
            <a:spLocks noGrp="1"/>
          </p:cNvSpPr>
          <p:nvPr>
            <p:ph type="pic" sz="quarter" idx="16"/>
          </p:nvPr>
        </p:nvSpPr>
        <p:spPr/>
        <p:txBody>
          <a:bodyPr/>
          <a:lstStyle/>
          <a:p>
            <a:endParaRPr lang="en-GB"/>
          </a:p>
        </p:txBody>
      </p:sp>
      <p:sp>
        <p:nvSpPr>
          <p:cNvPr id="12" name="Picture Placeholder 11">
            <a:extLst>
              <a:ext uri="{FF2B5EF4-FFF2-40B4-BE49-F238E27FC236}">
                <a16:creationId xmlns:a16="http://schemas.microsoft.com/office/drawing/2014/main" id="{C6A08C99-2580-C5C5-D996-5D27F4CC083E}"/>
              </a:ext>
            </a:extLst>
          </p:cNvPr>
          <p:cNvSpPr>
            <a:spLocks noGrp="1"/>
          </p:cNvSpPr>
          <p:nvPr>
            <p:ph type="pic" sz="quarter" idx="17"/>
          </p:nvPr>
        </p:nvSpPr>
        <p:spPr/>
        <p:txBody>
          <a:bodyPr/>
          <a:lstStyle/>
          <a:p>
            <a:endParaRPr lang="en-GB"/>
          </a:p>
        </p:txBody>
      </p:sp>
      <p:sp>
        <p:nvSpPr>
          <p:cNvPr id="13" name="Picture Placeholder 12">
            <a:extLst>
              <a:ext uri="{FF2B5EF4-FFF2-40B4-BE49-F238E27FC236}">
                <a16:creationId xmlns:a16="http://schemas.microsoft.com/office/drawing/2014/main" id="{B3FF881E-DD8A-3CE1-78E3-68B851D361F5}"/>
              </a:ext>
            </a:extLst>
          </p:cNvPr>
          <p:cNvSpPr>
            <a:spLocks noGrp="1"/>
          </p:cNvSpPr>
          <p:nvPr>
            <p:ph type="pic" sz="quarter" idx="18"/>
          </p:nvPr>
        </p:nvSpPr>
        <p:spPr/>
        <p:txBody>
          <a:bodyPr/>
          <a:lstStyle/>
          <a:p>
            <a:endParaRPr lang="en-GB"/>
          </a:p>
        </p:txBody>
      </p:sp>
      <p:sp>
        <p:nvSpPr>
          <p:cNvPr id="14" name="Picture Placeholder 13">
            <a:extLst>
              <a:ext uri="{FF2B5EF4-FFF2-40B4-BE49-F238E27FC236}">
                <a16:creationId xmlns:a16="http://schemas.microsoft.com/office/drawing/2014/main" id="{3ADD2C33-A71C-6257-6AF4-B6C86F81F061}"/>
              </a:ext>
            </a:extLst>
          </p:cNvPr>
          <p:cNvSpPr>
            <a:spLocks noGrp="1"/>
          </p:cNvSpPr>
          <p:nvPr>
            <p:ph type="pic" sz="quarter" idx="19"/>
          </p:nvPr>
        </p:nvSpPr>
        <p:spPr/>
        <p:txBody>
          <a:bodyPr/>
          <a:lstStyle/>
          <a:p>
            <a:endParaRPr lang="en-GB"/>
          </a:p>
        </p:txBody>
      </p:sp>
      <p:sp>
        <p:nvSpPr>
          <p:cNvPr id="15" name="Picture Placeholder 14">
            <a:extLst>
              <a:ext uri="{FF2B5EF4-FFF2-40B4-BE49-F238E27FC236}">
                <a16:creationId xmlns:a16="http://schemas.microsoft.com/office/drawing/2014/main" id="{D4C28660-3C4D-0296-FD6B-029981E2837D}"/>
              </a:ext>
            </a:extLst>
          </p:cNvPr>
          <p:cNvSpPr>
            <a:spLocks noGrp="1"/>
          </p:cNvSpPr>
          <p:nvPr>
            <p:ph type="pic" sz="quarter" idx="20"/>
          </p:nvPr>
        </p:nvSpPr>
        <p:spPr/>
        <p:txBody>
          <a:bodyPr/>
          <a:lstStyle/>
          <a:p>
            <a:endParaRPr lang="en-GB"/>
          </a:p>
        </p:txBody>
      </p:sp>
      <p:sp>
        <p:nvSpPr>
          <p:cNvPr id="16" name="Picture Placeholder 15">
            <a:extLst>
              <a:ext uri="{FF2B5EF4-FFF2-40B4-BE49-F238E27FC236}">
                <a16:creationId xmlns:a16="http://schemas.microsoft.com/office/drawing/2014/main" id="{8D8906DB-0FD9-7138-53A1-4F2F8397A045}"/>
              </a:ext>
            </a:extLst>
          </p:cNvPr>
          <p:cNvSpPr>
            <a:spLocks noGrp="1"/>
          </p:cNvSpPr>
          <p:nvPr>
            <p:ph type="pic" sz="quarter" idx="21"/>
          </p:nvPr>
        </p:nvSpPr>
        <p:spPr/>
        <p:txBody>
          <a:bodyPr/>
          <a:lstStyle/>
          <a:p>
            <a:endParaRPr lang="en-GB"/>
          </a:p>
        </p:txBody>
      </p:sp>
    </p:spTree>
    <p:extLst>
      <p:ext uri="{BB962C8B-B14F-4D97-AF65-F5344CB8AC3E}">
        <p14:creationId xmlns:p14="http://schemas.microsoft.com/office/powerpoint/2010/main" val="2476050023"/>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F3D23-2C50-8E7B-59BD-D4462668C1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0DCE34-12A8-3C3D-E7B8-8C3300E4E8BD}"/>
              </a:ext>
            </a:extLst>
          </p:cNvPr>
          <p:cNvSpPr>
            <a:spLocks noGrp="1"/>
          </p:cNvSpPr>
          <p:nvPr>
            <p:ph type="title"/>
          </p:nvPr>
        </p:nvSpPr>
        <p:spPr>
          <a:xfrm>
            <a:off x="504000" y="720001"/>
            <a:ext cx="4561713" cy="676799"/>
          </a:xfrm>
        </p:spPr>
        <p:txBody>
          <a:bodyPr/>
          <a:lstStyle/>
          <a:p>
            <a:r>
              <a:rPr lang="en-GB" dirty="0"/>
              <a:t>Example title</a:t>
            </a:r>
          </a:p>
        </p:txBody>
      </p:sp>
      <p:sp>
        <p:nvSpPr>
          <p:cNvPr id="3" name="Content Placeholder 2">
            <a:extLst>
              <a:ext uri="{FF2B5EF4-FFF2-40B4-BE49-F238E27FC236}">
                <a16:creationId xmlns:a16="http://schemas.microsoft.com/office/drawing/2014/main" id="{5D6F9D50-94AA-7810-BE81-0914CEDF1ED3}"/>
              </a:ext>
            </a:extLst>
          </p:cNvPr>
          <p:cNvSpPr>
            <a:spLocks noGrp="1"/>
          </p:cNvSpPr>
          <p:nvPr>
            <p:ph idx="1"/>
          </p:nvPr>
        </p:nvSpPr>
        <p:spPr>
          <a:xfrm>
            <a:off x="509181" y="2644775"/>
            <a:ext cx="4121813" cy="3168000"/>
          </a:xfrm>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4" name="Text Placeholder 3">
            <a:extLst>
              <a:ext uri="{FF2B5EF4-FFF2-40B4-BE49-F238E27FC236}">
                <a16:creationId xmlns:a16="http://schemas.microsoft.com/office/drawing/2014/main" id="{20761372-3E0E-A25D-1499-8438CD6222E2}"/>
              </a:ext>
            </a:extLst>
          </p:cNvPr>
          <p:cNvSpPr>
            <a:spLocks noGrp="1"/>
          </p:cNvSpPr>
          <p:nvPr>
            <p:ph type="body" sz="quarter" idx="13"/>
          </p:nvPr>
        </p:nvSpPr>
        <p:spPr>
          <a:xfrm>
            <a:off x="501650" y="1396800"/>
            <a:ext cx="4564063" cy="360000"/>
          </a:xfrm>
        </p:spPr>
        <p:txBody>
          <a:bodyPr/>
          <a:lstStyle/>
          <a:p>
            <a:r>
              <a:rPr lang="en-GB" dirty="0"/>
              <a:t>Optional subtitle</a:t>
            </a:r>
          </a:p>
        </p:txBody>
      </p:sp>
      <p:sp>
        <p:nvSpPr>
          <p:cNvPr id="25" name="Picture Placeholder 24">
            <a:extLst>
              <a:ext uri="{FF2B5EF4-FFF2-40B4-BE49-F238E27FC236}">
                <a16:creationId xmlns:a16="http://schemas.microsoft.com/office/drawing/2014/main" id="{C5580E3C-DABD-89B7-10FA-AA95D5390EDF}"/>
              </a:ext>
            </a:extLst>
          </p:cNvPr>
          <p:cNvSpPr>
            <a:spLocks noGrp="1"/>
          </p:cNvSpPr>
          <p:nvPr>
            <p:ph type="pic" sz="quarter" idx="19"/>
          </p:nvPr>
        </p:nvSpPr>
        <p:spPr/>
        <p:txBody>
          <a:bodyPr/>
          <a:lstStyle/>
          <a:p>
            <a:endParaRPr lang="en-GB"/>
          </a:p>
        </p:txBody>
      </p:sp>
      <p:sp>
        <p:nvSpPr>
          <p:cNvPr id="24" name="Picture Placeholder 23">
            <a:extLst>
              <a:ext uri="{FF2B5EF4-FFF2-40B4-BE49-F238E27FC236}">
                <a16:creationId xmlns:a16="http://schemas.microsoft.com/office/drawing/2014/main" id="{0C458462-8895-5C5F-42C0-18B964820488}"/>
              </a:ext>
            </a:extLst>
          </p:cNvPr>
          <p:cNvSpPr>
            <a:spLocks noGrp="1"/>
          </p:cNvSpPr>
          <p:nvPr>
            <p:ph type="pic" sz="quarter" idx="17"/>
          </p:nvPr>
        </p:nvSpPr>
        <p:spPr/>
        <p:txBody>
          <a:bodyPr/>
          <a:lstStyle/>
          <a:p>
            <a:endParaRPr lang="en-GB"/>
          </a:p>
        </p:txBody>
      </p:sp>
      <p:sp>
        <p:nvSpPr>
          <p:cNvPr id="26" name="Picture Placeholder 25">
            <a:extLst>
              <a:ext uri="{FF2B5EF4-FFF2-40B4-BE49-F238E27FC236}">
                <a16:creationId xmlns:a16="http://schemas.microsoft.com/office/drawing/2014/main" id="{CB42028E-37C9-C066-483B-C76FC54022D5}"/>
              </a:ext>
            </a:extLst>
          </p:cNvPr>
          <p:cNvSpPr>
            <a:spLocks noGrp="1"/>
          </p:cNvSpPr>
          <p:nvPr>
            <p:ph type="pic" sz="quarter" idx="20"/>
          </p:nvPr>
        </p:nvSpPr>
        <p:spPr/>
        <p:txBody>
          <a:bodyPr/>
          <a:lstStyle/>
          <a:p>
            <a:endParaRPr lang="en-GB"/>
          </a:p>
        </p:txBody>
      </p:sp>
      <p:sp>
        <p:nvSpPr>
          <p:cNvPr id="27" name="Picture Placeholder 26">
            <a:extLst>
              <a:ext uri="{FF2B5EF4-FFF2-40B4-BE49-F238E27FC236}">
                <a16:creationId xmlns:a16="http://schemas.microsoft.com/office/drawing/2014/main" id="{4B1FB91F-F09A-0CDE-5D01-B74018863EBF}"/>
              </a:ext>
            </a:extLst>
          </p:cNvPr>
          <p:cNvSpPr>
            <a:spLocks noGrp="1"/>
          </p:cNvSpPr>
          <p:nvPr>
            <p:ph type="pic" sz="quarter" idx="21"/>
          </p:nvPr>
        </p:nvSpPr>
        <p:spPr/>
        <p:txBody>
          <a:bodyPr/>
          <a:lstStyle/>
          <a:p>
            <a:endParaRPr lang="en-GB"/>
          </a:p>
        </p:txBody>
      </p:sp>
      <p:sp>
        <p:nvSpPr>
          <p:cNvPr id="28" name="Picture Placeholder 27">
            <a:extLst>
              <a:ext uri="{FF2B5EF4-FFF2-40B4-BE49-F238E27FC236}">
                <a16:creationId xmlns:a16="http://schemas.microsoft.com/office/drawing/2014/main" id="{7F04ED39-A279-4534-A665-239796642D8F}"/>
              </a:ext>
            </a:extLst>
          </p:cNvPr>
          <p:cNvSpPr>
            <a:spLocks noGrp="1"/>
          </p:cNvSpPr>
          <p:nvPr>
            <p:ph type="pic" sz="quarter" idx="22"/>
          </p:nvPr>
        </p:nvSpPr>
        <p:spPr/>
        <p:txBody>
          <a:bodyPr/>
          <a:lstStyle/>
          <a:p>
            <a:endParaRPr lang="en-GB"/>
          </a:p>
        </p:txBody>
      </p:sp>
      <p:sp>
        <p:nvSpPr>
          <p:cNvPr id="29" name="Picture Placeholder 28">
            <a:extLst>
              <a:ext uri="{FF2B5EF4-FFF2-40B4-BE49-F238E27FC236}">
                <a16:creationId xmlns:a16="http://schemas.microsoft.com/office/drawing/2014/main" id="{4336DA7B-33BF-87C2-4301-416599F096A3}"/>
              </a:ext>
            </a:extLst>
          </p:cNvPr>
          <p:cNvSpPr>
            <a:spLocks noGrp="1"/>
          </p:cNvSpPr>
          <p:nvPr>
            <p:ph type="pic" sz="quarter" idx="23"/>
          </p:nvPr>
        </p:nvSpPr>
        <p:spPr/>
        <p:txBody>
          <a:bodyPr/>
          <a:lstStyle/>
          <a:p>
            <a:endParaRPr lang="en-GB"/>
          </a:p>
        </p:txBody>
      </p:sp>
      <p:sp>
        <p:nvSpPr>
          <p:cNvPr id="30" name="Picture Placeholder 29">
            <a:extLst>
              <a:ext uri="{FF2B5EF4-FFF2-40B4-BE49-F238E27FC236}">
                <a16:creationId xmlns:a16="http://schemas.microsoft.com/office/drawing/2014/main" id="{1977E2F2-5D5F-00AE-C2EE-664AAE038762}"/>
              </a:ext>
            </a:extLst>
          </p:cNvPr>
          <p:cNvSpPr>
            <a:spLocks noGrp="1"/>
          </p:cNvSpPr>
          <p:nvPr>
            <p:ph type="pic" sz="quarter" idx="24"/>
          </p:nvPr>
        </p:nvSpPr>
        <p:spPr/>
        <p:txBody>
          <a:bodyPr/>
          <a:lstStyle/>
          <a:p>
            <a:endParaRPr lang="en-GB"/>
          </a:p>
        </p:txBody>
      </p:sp>
      <p:sp>
        <p:nvSpPr>
          <p:cNvPr id="31" name="Picture Placeholder 30">
            <a:extLst>
              <a:ext uri="{FF2B5EF4-FFF2-40B4-BE49-F238E27FC236}">
                <a16:creationId xmlns:a16="http://schemas.microsoft.com/office/drawing/2014/main" id="{BEC2FE06-41E9-97DF-387E-177C55A7BD4E}"/>
              </a:ext>
            </a:extLst>
          </p:cNvPr>
          <p:cNvSpPr>
            <a:spLocks noGrp="1"/>
          </p:cNvSpPr>
          <p:nvPr>
            <p:ph type="pic" sz="quarter" idx="25"/>
          </p:nvPr>
        </p:nvSpPr>
        <p:spPr/>
        <p:txBody>
          <a:bodyPr/>
          <a:lstStyle/>
          <a:p>
            <a:endParaRPr lang="en-GB"/>
          </a:p>
        </p:txBody>
      </p:sp>
    </p:spTree>
    <p:extLst>
      <p:ext uri="{BB962C8B-B14F-4D97-AF65-F5344CB8AC3E}">
        <p14:creationId xmlns:p14="http://schemas.microsoft.com/office/powerpoint/2010/main" val="2122117688"/>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CC1A6-ABE0-A5B2-F6E1-C010F0D15A40}"/>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3BA9D9C1-04DB-65B8-96B4-318A879AB41E}"/>
              </a:ext>
            </a:extLst>
          </p:cNvPr>
          <p:cNvSpPr>
            <a:spLocks noGrp="1"/>
          </p:cNvSpPr>
          <p:nvPr>
            <p:ph idx="1"/>
          </p:nvPr>
        </p:nvSpPr>
        <p:spPr/>
        <p:txBody>
          <a:bodyPr/>
          <a:lstStyle/>
          <a:p>
            <a:r>
              <a:rPr lang="en-GB" dirty="0"/>
              <a:t>Name Surname</a:t>
            </a:r>
          </a:p>
          <a:p>
            <a:pPr lvl="1"/>
            <a:r>
              <a:rPr lang="en-GB" dirty="0"/>
              <a:t>Job title</a:t>
            </a:r>
          </a:p>
          <a:p>
            <a:pPr lvl="1"/>
            <a:endParaRPr lang="en-GB" dirty="0"/>
          </a:p>
          <a:p>
            <a:r>
              <a:rPr lang="en-GB" dirty="0"/>
              <a:t>Description text</a:t>
            </a:r>
          </a:p>
        </p:txBody>
      </p:sp>
      <p:sp>
        <p:nvSpPr>
          <p:cNvPr id="4" name="Text Placeholder 3">
            <a:extLst>
              <a:ext uri="{FF2B5EF4-FFF2-40B4-BE49-F238E27FC236}">
                <a16:creationId xmlns:a16="http://schemas.microsoft.com/office/drawing/2014/main" id="{B26077D6-7E9C-492C-1DE3-97BB1CB10727}"/>
              </a:ext>
            </a:extLst>
          </p:cNvPr>
          <p:cNvSpPr>
            <a:spLocks noGrp="1"/>
          </p:cNvSpPr>
          <p:nvPr>
            <p:ph type="body" sz="quarter" idx="13"/>
          </p:nvPr>
        </p:nvSpPr>
        <p:spPr/>
        <p:txBody>
          <a:bodyPr/>
          <a:lstStyle/>
          <a:p>
            <a:r>
              <a:rPr lang="en-GB" dirty="0"/>
              <a:t>Optional subtitle</a:t>
            </a:r>
          </a:p>
        </p:txBody>
      </p:sp>
      <p:sp>
        <p:nvSpPr>
          <p:cNvPr id="5" name="Content Placeholder 4">
            <a:extLst>
              <a:ext uri="{FF2B5EF4-FFF2-40B4-BE49-F238E27FC236}">
                <a16:creationId xmlns:a16="http://schemas.microsoft.com/office/drawing/2014/main" id="{B2CE1DF5-D88D-B074-5ABA-04F374577820}"/>
              </a:ext>
            </a:extLst>
          </p:cNvPr>
          <p:cNvSpPr>
            <a:spLocks noGrp="1"/>
          </p:cNvSpPr>
          <p:nvPr>
            <p:ph idx="14"/>
          </p:nvPr>
        </p:nvSpPr>
        <p:spPr/>
        <p:txBody>
          <a:bodyPr/>
          <a:lstStyle/>
          <a:p>
            <a:r>
              <a:rPr lang="en-GB" dirty="0"/>
              <a:t>Name Surname</a:t>
            </a:r>
          </a:p>
          <a:p>
            <a:pPr lvl="1"/>
            <a:r>
              <a:rPr lang="en-GB" dirty="0"/>
              <a:t>Job title</a:t>
            </a:r>
          </a:p>
          <a:p>
            <a:pPr lvl="1"/>
            <a:endParaRPr lang="en-GB" dirty="0"/>
          </a:p>
          <a:p>
            <a:r>
              <a:rPr lang="en-GB" dirty="0"/>
              <a:t>Description text</a:t>
            </a:r>
          </a:p>
        </p:txBody>
      </p:sp>
      <p:sp>
        <p:nvSpPr>
          <p:cNvPr id="6" name="Content Placeholder 5">
            <a:extLst>
              <a:ext uri="{FF2B5EF4-FFF2-40B4-BE49-F238E27FC236}">
                <a16:creationId xmlns:a16="http://schemas.microsoft.com/office/drawing/2014/main" id="{6926BE7A-5B72-323A-2002-093A575D56D4}"/>
              </a:ext>
            </a:extLst>
          </p:cNvPr>
          <p:cNvSpPr>
            <a:spLocks noGrp="1"/>
          </p:cNvSpPr>
          <p:nvPr>
            <p:ph idx="15"/>
          </p:nvPr>
        </p:nvSpPr>
        <p:spPr/>
        <p:txBody>
          <a:bodyPr/>
          <a:lstStyle/>
          <a:p>
            <a:r>
              <a:rPr lang="en-GB" dirty="0"/>
              <a:t>Name Surname</a:t>
            </a:r>
          </a:p>
          <a:p>
            <a:pPr lvl="1"/>
            <a:r>
              <a:rPr lang="en-GB" dirty="0"/>
              <a:t>Job title</a:t>
            </a:r>
          </a:p>
          <a:p>
            <a:pPr lvl="1"/>
            <a:endParaRPr lang="en-GB" dirty="0"/>
          </a:p>
          <a:p>
            <a:r>
              <a:rPr lang="en-GB" dirty="0"/>
              <a:t>Description text</a:t>
            </a:r>
          </a:p>
        </p:txBody>
      </p:sp>
      <p:sp>
        <p:nvSpPr>
          <p:cNvPr id="7" name="Content Placeholder 6">
            <a:extLst>
              <a:ext uri="{FF2B5EF4-FFF2-40B4-BE49-F238E27FC236}">
                <a16:creationId xmlns:a16="http://schemas.microsoft.com/office/drawing/2014/main" id="{945E5E1F-3823-7E20-1B65-3B2FE5D84046}"/>
              </a:ext>
            </a:extLst>
          </p:cNvPr>
          <p:cNvSpPr>
            <a:spLocks noGrp="1"/>
          </p:cNvSpPr>
          <p:nvPr>
            <p:ph idx="16"/>
          </p:nvPr>
        </p:nvSpPr>
        <p:spPr/>
        <p:txBody>
          <a:bodyPr/>
          <a:lstStyle/>
          <a:p>
            <a:r>
              <a:rPr lang="en-GB" dirty="0"/>
              <a:t>Name Surname</a:t>
            </a:r>
          </a:p>
          <a:p>
            <a:pPr lvl="1"/>
            <a:r>
              <a:rPr lang="en-GB" dirty="0"/>
              <a:t>Job title</a:t>
            </a:r>
          </a:p>
          <a:p>
            <a:pPr lvl="1"/>
            <a:endParaRPr lang="en-GB" dirty="0"/>
          </a:p>
          <a:p>
            <a:r>
              <a:rPr lang="en-GB" dirty="0"/>
              <a:t>Description text</a:t>
            </a:r>
          </a:p>
        </p:txBody>
      </p:sp>
      <p:sp>
        <p:nvSpPr>
          <p:cNvPr id="8" name="Picture Placeholder 7">
            <a:extLst>
              <a:ext uri="{FF2B5EF4-FFF2-40B4-BE49-F238E27FC236}">
                <a16:creationId xmlns:a16="http://schemas.microsoft.com/office/drawing/2014/main" id="{84B40A08-517F-54D9-7B30-DAC7484CE552}"/>
              </a:ext>
            </a:extLst>
          </p:cNvPr>
          <p:cNvSpPr>
            <a:spLocks noGrp="1"/>
          </p:cNvSpPr>
          <p:nvPr>
            <p:ph type="pic" sz="quarter" idx="19"/>
          </p:nvPr>
        </p:nvSpPr>
        <p:spPr/>
        <p:txBody>
          <a:bodyPr/>
          <a:lstStyle/>
          <a:p>
            <a:endParaRPr lang="en-GB"/>
          </a:p>
        </p:txBody>
      </p:sp>
      <p:sp>
        <p:nvSpPr>
          <p:cNvPr id="9" name="Picture Placeholder 8">
            <a:extLst>
              <a:ext uri="{FF2B5EF4-FFF2-40B4-BE49-F238E27FC236}">
                <a16:creationId xmlns:a16="http://schemas.microsoft.com/office/drawing/2014/main" id="{5D248687-12F4-5E73-AE04-A0EA4C624125}"/>
              </a:ext>
            </a:extLst>
          </p:cNvPr>
          <p:cNvSpPr>
            <a:spLocks noGrp="1"/>
          </p:cNvSpPr>
          <p:nvPr>
            <p:ph type="pic" sz="quarter" idx="17"/>
          </p:nvPr>
        </p:nvSpPr>
        <p:spPr/>
        <p:txBody>
          <a:bodyPr/>
          <a:lstStyle/>
          <a:p>
            <a:endParaRPr lang="en-GB"/>
          </a:p>
        </p:txBody>
      </p:sp>
      <p:sp>
        <p:nvSpPr>
          <p:cNvPr id="10" name="Picture Placeholder 9">
            <a:extLst>
              <a:ext uri="{FF2B5EF4-FFF2-40B4-BE49-F238E27FC236}">
                <a16:creationId xmlns:a16="http://schemas.microsoft.com/office/drawing/2014/main" id="{627E3DA8-92E8-D523-B25C-ABDE1CEB43BD}"/>
              </a:ext>
            </a:extLst>
          </p:cNvPr>
          <p:cNvSpPr>
            <a:spLocks noGrp="1"/>
          </p:cNvSpPr>
          <p:nvPr>
            <p:ph type="pic" sz="quarter" idx="20"/>
          </p:nvPr>
        </p:nvSpPr>
        <p:spPr/>
        <p:txBody>
          <a:bodyPr/>
          <a:lstStyle/>
          <a:p>
            <a:endParaRPr lang="en-GB"/>
          </a:p>
        </p:txBody>
      </p:sp>
      <p:sp>
        <p:nvSpPr>
          <p:cNvPr id="11" name="Picture Placeholder 10">
            <a:extLst>
              <a:ext uri="{FF2B5EF4-FFF2-40B4-BE49-F238E27FC236}">
                <a16:creationId xmlns:a16="http://schemas.microsoft.com/office/drawing/2014/main" id="{EA57BB43-5F65-0759-F4E6-328ACC75AB9F}"/>
              </a:ext>
            </a:extLst>
          </p:cNvPr>
          <p:cNvSpPr>
            <a:spLocks noGrp="1"/>
          </p:cNvSpPr>
          <p:nvPr>
            <p:ph type="pic" sz="quarter" idx="21"/>
          </p:nvPr>
        </p:nvSpPr>
        <p:spPr/>
        <p:txBody>
          <a:bodyPr/>
          <a:lstStyle/>
          <a:p>
            <a:endParaRPr lang="en-GB"/>
          </a:p>
        </p:txBody>
      </p:sp>
    </p:spTree>
    <p:extLst>
      <p:ext uri="{BB962C8B-B14F-4D97-AF65-F5344CB8AC3E}">
        <p14:creationId xmlns:p14="http://schemas.microsoft.com/office/powerpoint/2010/main" val="4062757965"/>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0BD00-9846-850E-BDDB-E62693CD41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85728-85E7-D5C7-FF43-0DDE2D596B64}"/>
              </a:ext>
            </a:extLst>
          </p:cNvPr>
          <p:cNvSpPr>
            <a:spLocks noGrp="1"/>
          </p:cNvSpPr>
          <p:nvPr>
            <p:ph type="title"/>
          </p:nvPr>
        </p:nvSpPr>
        <p:spPr/>
        <p:txBody>
          <a:bodyPr/>
          <a:lstStyle/>
          <a:p>
            <a:r>
              <a:rPr lang="en-GB" dirty="0"/>
              <a:t>Example title</a:t>
            </a:r>
          </a:p>
        </p:txBody>
      </p:sp>
      <p:sp>
        <p:nvSpPr>
          <p:cNvPr id="4" name="Text Placeholder 3">
            <a:extLst>
              <a:ext uri="{FF2B5EF4-FFF2-40B4-BE49-F238E27FC236}">
                <a16:creationId xmlns:a16="http://schemas.microsoft.com/office/drawing/2014/main" id="{4C6068D7-0C55-B8B3-D700-C6C281517987}"/>
              </a:ext>
            </a:extLst>
          </p:cNvPr>
          <p:cNvSpPr>
            <a:spLocks noGrp="1"/>
          </p:cNvSpPr>
          <p:nvPr>
            <p:ph type="body" sz="quarter" idx="13"/>
          </p:nvPr>
        </p:nvSpPr>
        <p:spPr/>
        <p:txBody>
          <a:bodyPr/>
          <a:lstStyle/>
          <a:p>
            <a:r>
              <a:rPr lang="en-GB" dirty="0"/>
              <a:t>Optional subtitle</a:t>
            </a:r>
          </a:p>
        </p:txBody>
      </p:sp>
      <p:sp>
        <p:nvSpPr>
          <p:cNvPr id="6" name="Picture Placeholder 5">
            <a:extLst>
              <a:ext uri="{FF2B5EF4-FFF2-40B4-BE49-F238E27FC236}">
                <a16:creationId xmlns:a16="http://schemas.microsoft.com/office/drawing/2014/main" id="{D8D6C6A6-C965-C153-4825-F9459BF7ED7B}"/>
              </a:ext>
            </a:extLst>
          </p:cNvPr>
          <p:cNvSpPr>
            <a:spLocks noGrp="1"/>
          </p:cNvSpPr>
          <p:nvPr>
            <p:ph type="pic" sz="quarter" idx="19"/>
          </p:nvPr>
        </p:nvSpPr>
        <p:spPr/>
        <p:txBody>
          <a:bodyPr/>
          <a:lstStyle/>
          <a:p>
            <a:endParaRPr lang="en-GB"/>
          </a:p>
        </p:txBody>
      </p:sp>
      <p:sp>
        <p:nvSpPr>
          <p:cNvPr id="5" name="Picture Placeholder 4">
            <a:extLst>
              <a:ext uri="{FF2B5EF4-FFF2-40B4-BE49-F238E27FC236}">
                <a16:creationId xmlns:a16="http://schemas.microsoft.com/office/drawing/2014/main" id="{1A6194C1-D052-A4C4-32DB-69E685E89262}"/>
              </a:ext>
            </a:extLst>
          </p:cNvPr>
          <p:cNvSpPr>
            <a:spLocks noGrp="1"/>
          </p:cNvSpPr>
          <p:nvPr>
            <p:ph type="pic" sz="quarter" idx="17"/>
          </p:nvPr>
        </p:nvSpPr>
        <p:spPr/>
        <p:txBody>
          <a:bodyPr/>
          <a:lstStyle/>
          <a:p>
            <a:endParaRPr lang="en-GB"/>
          </a:p>
        </p:txBody>
      </p:sp>
      <p:sp>
        <p:nvSpPr>
          <p:cNvPr id="7" name="Picture Placeholder 6">
            <a:extLst>
              <a:ext uri="{FF2B5EF4-FFF2-40B4-BE49-F238E27FC236}">
                <a16:creationId xmlns:a16="http://schemas.microsoft.com/office/drawing/2014/main" id="{00AC1D3B-D3AA-D3A1-EF10-80DD92A329F0}"/>
              </a:ext>
            </a:extLst>
          </p:cNvPr>
          <p:cNvSpPr>
            <a:spLocks noGrp="1"/>
          </p:cNvSpPr>
          <p:nvPr>
            <p:ph type="pic" sz="quarter" idx="20"/>
          </p:nvPr>
        </p:nvSpPr>
        <p:spPr/>
        <p:txBody>
          <a:bodyPr/>
          <a:lstStyle/>
          <a:p>
            <a:endParaRPr lang="en-GB"/>
          </a:p>
        </p:txBody>
      </p:sp>
      <p:sp>
        <p:nvSpPr>
          <p:cNvPr id="8" name="Picture Placeholder 7">
            <a:extLst>
              <a:ext uri="{FF2B5EF4-FFF2-40B4-BE49-F238E27FC236}">
                <a16:creationId xmlns:a16="http://schemas.microsoft.com/office/drawing/2014/main" id="{62F02C60-6D78-631E-C941-68CFA0ABABD3}"/>
              </a:ext>
            </a:extLst>
          </p:cNvPr>
          <p:cNvSpPr>
            <a:spLocks noGrp="1"/>
          </p:cNvSpPr>
          <p:nvPr>
            <p:ph type="pic" sz="quarter" idx="21"/>
          </p:nvPr>
        </p:nvSpPr>
        <p:spPr/>
        <p:txBody>
          <a:bodyPr/>
          <a:lstStyle/>
          <a:p>
            <a:endParaRPr lang="en-GB"/>
          </a:p>
        </p:txBody>
      </p:sp>
      <p:sp>
        <p:nvSpPr>
          <p:cNvPr id="3" name="Content Placeholder 2">
            <a:extLst>
              <a:ext uri="{FF2B5EF4-FFF2-40B4-BE49-F238E27FC236}">
                <a16:creationId xmlns:a16="http://schemas.microsoft.com/office/drawing/2014/main" id="{905B48DD-8C81-26AE-F40F-7CE15C78D500}"/>
              </a:ext>
            </a:extLst>
          </p:cNvPr>
          <p:cNvSpPr>
            <a:spLocks noGrp="1"/>
          </p:cNvSpPr>
          <p:nvPr>
            <p:ph type="body" sz="quarter" idx="22"/>
          </p:nvPr>
        </p:nvSpPr>
        <p:spPr/>
        <p:txBody>
          <a:bodyPr/>
          <a:lstStyle/>
          <a:p>
            <a:r>
              <a:rPr lang="en-GB" dirty="0"/>
              <a:t>Name Surname</a:t>
            </a:r>
          </a:p>
          <a:p>
            <a:pPr lvl="1"/>
            <a:r>
              <a:rPr lang="en-GB" dirty="0"/>
              <a:t>Job title</a:t>
            </a:r>
          </a:p>
        </p:txBody>
      </p:sp>
      <p:sp>
        <p:nvSpPr>
          <p:cNvPr id="9" name="Text Placeholder 8">
            <a:extLst>
              <a:ext uri="{FF2B5EF4-FFF2-40B4-BE49-F238E27FC236}">
                <a16:creationId xmlns:a16="http://schemas.microsoft.com/office/drawing/2014/main" id="{8A25AE64-A948-2AC6-E20C-EF07D3EEC40A}"/>
              </a:ext>
            </a:extLst>
          </p:cNvPr>
          <p:cNvSpPr>
            <a:spLocks noGrp="1"/>
          </p:cNvSpPr>
          <p:nvPr>
            <p:ph type="body" sz="quarter" idx="23"/>
          </p:nvPr>
        </p:nvSpPr>
        <p:spPr/>
        <p:txBody>
          <a:bodyPr/>
          <a:lstStyle/>
          <a:p>
            <a:r>
              <a:rPr lang="en-GB" dirty="0"/>
              <a:t>Name Surname</a:t>
            </a:r>
          </a:p>
          <a:p>
            <a:pPr lvl="1"/>
            <a:r>
              <a:rPr lang="en-GB" dirty="0"/>
              <a:t>Job title</a:t>
            </a:r>
          </a:p>
        </p:txBody>
      </p:sp>
      <p:sp>
        <p:nvSpPr>
          <p:cNvPr id="10" name="Text Placeholder 9">
            <a:extLst>
              <a:ext uri="{FF2B5EF4-FFF2-40B4-BE49-F238E27FC236}">
                <a16:creationId xmlns:a16="http://schemas.microsoft.com/office/drawing/2014/main" id="{8BB4FBBE-C4CF-337C-4607-7468E0C54112}"/>
              </a:ext>
            </a:extLst>
          </p:cNvPr>
          <p:cNvSpPr>
            <a:spLocks noGrp="1"/>
          </p:cNvSpPr>
          <p:nvPr>
            <p:ph type="body" sz="quarter" idx="24"/>
          </p:nvPr>
        </p:nvSpPr>
        <p:spPr/>
        <p:txBody>
          <a:bodyPr/>
          <a:lstStyle/>
          <a:p>
            <a:r>
              <a:rPr lang="en-GB" dirty="0"/>
              <a:t>Name Surname</a:t>
            </a:r>
          </a:p>
          <a:p>
            <a:pPr lvl="1"/>
            <a:r>
              <a:rPr lang="en-GB" dirty="0"/>
              <a:t>Job title</a:t>
            </a:r>
          </a:p>
        </p:txBody>
      </p:sp>
      <p:sp>
        <p:nvSpPr>
          <p:cNvPr id="11" name="Text Placeholder 10">
            <a:extLst>
              <a:ext uri="{FF2B5EF4-FFF2-40B4-BE49-F238E27FC236}">
                <a16:creationId xmlns:a16="http://schemas.microsoft.com/office/drawing/2014/main" id="{4A0E306B-C715-05D4-D6FB-D0832BE15DC7}"/>
              </a:ext>
            </a:extLst>
          </p:cNvPr>
          <p:cNvSpPr>
            <a:spLocks noGrp="1"/>
          </p:cNvSpPr>
          <p:nvPr>
            <p:ph type="body" sz="quarter" idx="25"/>
          </p:nvPr>
        </p:nvSpPr>
        <p:spPr/>
        <p:txBody>
          <a:bodyPr/>
          <a:lstStyle/>
          <a:p>
            <a:r>
              <a:rPr lang="en-GB" dirty="0"/>
              <a:t>Name Surname</a:t>
            </a:r>
          </a:p>
          <a:p>
            <a:pPr lvl="1"/>
            <a:r>
              <a:rPr lang="en-GB" dirty="0"/>
              <a:t>Job title</a:t>
            </a:r>
          </a:p>
        </p:txBody>
      </p:sp>
      <p:sp>
        <p:nvSpPr>
          <p:cNvPr id="12" name="Picture Placeholder 11">
            <a:extLst>
              <a:ext uri="{FF2B5EF4-FFF2-40B4-BE49-F238E27FC236}">
                <a16:creationId xmlns:a16="http://schemas.microsoft.com/office/drawing/2014/main" id="{AD8DE193-CC09-68B8-C16E-2E0CA7EEFF36}"/>
              </a:ext>
            </a:extLst>
          </p:cNvPr>
          <p:cNvSpPr>
            <a:spLocks noGrp="1"/>
          </p:cNvSpPr>
          <p:nvPr>
            <p:ph type="pic" sz="quarter" idx="26"/>
          </p:nvPr>
        </p:nvSpPr>
        <p:spPr/>
        <p:txBody>
          <a:bodyPr/>
          <a:lstStyle/>
          <a:p>
            <a:endParaRPr lang="en-GB"/>
          </a:p>
        </p:txBody>
      </p:sp>
      <p:sp>
        <p:nvSpPr>
          <p:cNvPr id="13" name="Picture Placeholder 12">
            <a:extLst>
              <a:ext uri="{FF2B5EF4-FFF2-40B4-BE49-F238E27FC236}">
                <a16:creationId xmlns:a16="http://schemas.microsoft.com/office/drawing/2014/main" id="{C8F3EC54-9AA0-F30A-9CAA-5B40E906D222}"/>
              </a:ext>
            </a:extLst>
          </p:cNvPr>
          <p:cNvSpPr>
            <a:spLocks noGrp="1"/>
          </p:cNvSpPr>
          <p:nvPr>
            <p:ph type="pic" sz="quarter" idx="27"/>
          </p:nvPr>
        </p:nvSpPr>
        <p:spPr/>
        <p:txBody>
          <a:bodyPr/>
          <a:lstStyle/>
          <a:p>
            <a:endParaRPr lang="en-GB"/>
          </a:p>
        </p:txBody>
      </p:sp>
      <p:sp>
        <p:nvSpPr>
          <p:cNvPr id="14" name="Picture Placeholder 13">
            <a:extLst>
              <a:ext uri="{FF2B5EF4-FFF2-40B4-BE49-F238E27FC236}">
                <a16:creationId xmlns:a16="http://schemas.microsoft.com/office/drawing/2014/main" id="{DAE4D1C8-9A27-A990-6B98-3BA4900EC8A9}"/>
              </a:ext>
            </a:extLst>
          </p:cNvPr>
          <p:cNvSpPr>
            <a:spLocks noGrp="1"/>
          </p:cNvSpPr>
          <p:nvPr>
            <p:ph type="pic" sz="quarter" idx="28"/>
          </p:nvPr>
        </p:nvSpPr>
        <p:spPr/>
        <p:txBody>
          <a:bodyPr/>
          <a:lstStyle/>
          <a:p>
            <a:endParaRPr lang="en-GB"/>
          </a:p>
        </p:txBody>
      </p:sp>
      <p:sp>
        <p:nvSpPr>
          <p:cNvPr id="15" name="Picture Placeholder 14">
            <a:extLst>
              <a:ext uri="{FF2B5EF4-FFF2-40B4-BE49-F238E27FC236}">
                <a16:creationId xmlns:a16="http://schemas.microsoft.com/office/drawing/2014/main" id="{76EE474F-6703-4302-367E-0BFA1D6B199E}"/>
              </a:ext>
            </a:extLst>
          </p:cNvPr>
          <p:cNvSpPr>
            <a:spLocks noGrp="1"/>
          </p:cNvSpPr>
          <p:nvPr>
            <p:ph type="pic" sz="quarter" idx="29"/>
          </p:nvPr>
        </p:nvSpPr>
        <p:spPr/>
        <p:txBody>
          <a:bodyPr/>
          <a:lstStyle/>
          <a:p>
            <a:endParaRPr lang="en-GB"/>
          </a:p>
        </p:txBody>
      </p:sp>
      <p:sp>
        <p:nvSpPr>
          <p:cNvPr id="16" name="Text Placeholder 15">
            <a:extLst>
              <a:ext uri="{FF2B5EF4-FFF2-40B4-BE49-F238E27FC236}">
                <a16:creationId xmlns:a16="http://schemas.microsoft.com/office/drawing/2014/main" id="{5A9537F1-87F1-9FA4-CFBD-1993369F676D}"/>
              </a:ext>
            </a:extLst>
          </p:cNvPr>
          <p:cNvSpPr>
            <a:spLocks noGrp="1"/>
          </p:cNvSpPr>
          <p:nvPr>
            <p:ph type="body" sz="quarter" idx="30"/>
          </p:nvPr>
        </p:nvSpPr>
        <p:spPr/>
        <p:txBody>
          <a:bodyPr/>
          <a:lstStyle/>
          <a:p>
            <a:r>
              <a:rPr lang="en-GB" dirty="0"/>
              <a:t>Name Surname</a:t>
            </a:r>
          </a:p>
          <a:p>
            <a:pPr lvl="1"/>
            <a:r>
              <a:rPr lang="en-GB" dirty="0"/>
              <a:t>Job title</a:t>
            </a:r>
          </a:p>
        </p:txBody>
      </p:sp>
      <p:sp>
        <p:nvSpPr>
          <p:cNvPr id="17" name="Text Placeholder 16">
            <a:extLst>
              <a:ext uri="{FF2B5EF4-FFF2-40B4-BE49-F238E27FC236}">
                <a16:creationId xmlns:a16="http://schemas.microsoft.com/office/drawing/2014/main" id="{8474F5DB-E460-DCF8-820F-74AF7C99EAE0}"/>
              </a:ext>
            </a:extLst>
          </p:cNvPr>
          <p:cNvSpPr>
            <a:spLocks noGrp="1"/>
          </p:cNvSpPr>
          <p:nvPr>
            <p:ph type="body" sz="quarter" idx="31"/>
          </p:nvPr>
        </p:nvSpPr>
        <p:spPr/>
        <p:txBody>
          <a:bodyPr/>
          <a:lstStyle/>
          <a:p>
            <a:r>
              <a:rPr lang="en-GB" dirty="0"/>
              <a:t>Name Surname</a:t>
            </a:r>
          </a:p>
          <a:p>
            <a:pPr lvl="1"/>
            <a:r>
              <a:rPr lang="en-GB" dirty="0"/>
              <a:t>Job title</a:t>
            </a:r>
          </a:p>
        </p:txBody>
      </p:sp>
      <p:sp>
        <p:nvSpPr>
          <p:cNvPr id="18" name="Text Placeholder 17">
            <a:extLst>
              <a:ext uri="{FF2B5EF4-FFF2-40B4-BE49-F238E27FC236}">
                <a16:creationId xmlns:a16="http://schemas.microsoft.com/office/drawing/2014/main" id="{11218F8C-BA52-8A52-4271-A0F9F5E4858D}"/>
              </a:ext>
            </a:extLst>
          </p:cNvPr>
          <p:cNvSpPr>
            <a:spLocks noGrp="1"/>
          </p:cNvSpPr>
          <p:nvPr>
            <p:ph type="body" sz="quarter" idx="32"/>
          </p:nvPr>
        </p:nvSpPr>
        <p:spPr/>
        <p:txBody>
          <a:bodyPr/>
          <a:lstStyle/>
          <a:p>
            <a:r>
              <a:rPr lang="en-GB" dirty="0"/>
              <a:t>Name Surname</a:t>
            </a:r>
          </a:p>
          <a:p>
            <a:pPr lvl="1"/>
            <a:r>
              <a:rPr lang="en-GB" dirty="0"/>
              <a:t>Job title</a:t>
            </a:r>
          </a:p>
        </p:txBody>
      </p:sp>
      <p:sp>
        <p:nvSpPr>
          <p:cNvPr id="19" name="Text Placeholder 18">
            <a:extLst>
              <a:ext uri="{FF2B5EF4-FFF2-40B4-BE49-F238E27FC236}">
                <a16:creationId xmlns:a16="http://schemas.microsoft.com/office/drawing/2014/main" id="{47F8811C-E767-6559-77A6-0A6C6132CB68}"/>
              </a:ext>
            </a:extLst>
          </p:cNvPr>
          <p:cNvSpPr>
            <a:spLocks noGrp="1"/>
          </p:cNvSpPr>
          <p:nvPr>
            <p:ph type="body" sz="quarter" idx="33"/>
          </p:nvPr>
        </p:nvSpPr>
        <p:spPr/>
        <p:txBody>
          <a:bodyPr/>
          <a:lstStyle/>
          <a:p>
            <a:r>
              <a:rPr lang="en-GB" dirty="0"/>
              <a:t>Name Surname</a:t>
            </a:r>
          </a:p>
          <a:p>
            <a:pPr lvl="1"/>
            <a:r>
              <a:rPr lang="en-GB" dirty="0"/>
              <a:t>Job title</a:t>
            </a:r>
          </a:p>
        </p:txBody>
      </p:sp>
    </p:spTree>
    <p:extLst>
      <p:ext uri="{BB962C8B-B14F-4D97-AF65-F5344CB8AC3E}">
        <p14:creationId xmlns:p14="http://schemas.microsoft.com/office/powerpoint/2010/main" val="3513343256"/>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FE182-1D02-2349-112E-AA44B04A623D}"/>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0F06D3DF-50C0-5BED-60C0-FBC541FDEF21}"/>
              </a:ext>
            </a:extLst>
          </p:cNvPr>
          <p:cNvSpPr>
            <a:spLocks noGrp="1"/>
          </p:cNvSpPr>
          <p:nvPr>
            <p:ph idx="1"/>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4" name="Text Placeholder 3">
            <a:extLst>
              <a:ext uri="{FF2B5EF4-FFF2-40B4-BE49-F238E27FC236}">
                <a16:creationId xmlns:a16="http://schemas.microsoft.com/office/drawing/2014/main" id="{2D98AFC9-4B21-821E-99EF-555DCAFAE6B5}"/>
              </a:ext>
            </a:extLst>
          </p:cNvPr>
          <p:cNvSpPr>
            <a:spLocks noGrp="1"/>
          </p:cNvSpPr>
          <p:nvPr>
            <p:ph type="body" sz="quarter" idx="13"/>
          </p:nvPr>
        </p:nvSpPr>
        <p:spPr/>
        <p:txBody>
          <a:bodyPr/>
          <a:lstStyle/>
          <a:p>
            <a:r>
              <a:rPr lang="en-GB" dirty="0"/>
              <a:t>Optional subtitle</a:t>
            </a:r>
          </a:p>
        </p:txBody>
      </p:sp>
      <p:graphicFrame>
        <p:nvGraphicFramePr>
          <p:cNvPr id="8" name="Chart Placeholder 7">
            <a:extLst>
              <a:ext uri="{FF2B5EF4-FFF2-40B4-BE49-F238E27FC236}">
                <a16:creationId xmlns:a16="http://schemas.microsoft.com/office/drawing/2014/main" id="{9E9DDD98-FCF0-5690-9814-7FF31DF1BFD5}"/>
              </a:ext>
            </a:extLst>
          </p:cNvPr>
          <p:cNvGraphicFramePr>
            <a:graphicFrameLocks noGrp="1"/>
          </p:cNvGraphicFramePr>
          <p:nvPr>
            <p:ph type="chart" sz="quarter" idx="14"/>
            <p:extLst>
              <p:ext uri="{D42A27DB-BD31-4B8C-83A1-F6EECF244321}">
                <p14:modId xmlns:p14="http://schemas.microsoft.com/office/powerpoint/2010/main" val="2602997685"/>
              </p:ext>
            </p:extLst>
          </p:nvPr>
        </p:nvGraphicFramePr>
        <p:xfrm>
          <a:off x="5065713" y="1397000"/>
          <a:ext cx="6616700" cy="44164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75896768"/>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45EA1-4A05-99CA-6A97-B486A7E63E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A24497-851D-BD55-205B-03077E4708E0}"/>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6BBD0DB2-746C-984D-41A4-C77E2B4E102F}"/>
              </a:ext>
            </a:extLst>
          </p:cNvPr>
          <p:cNvSpPr>
            <a:spLocks noGrp="1"/>
          </p:cNvSpPr>
          <p:nvPr>
            <p:ph idx="1"/>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4" name="Text Placeholder 3">
            <a:extLst>
              <a:ext uri="{FF2B5EF4-FFF2-40B4-BE49-F238E27FC236}">
                <a16:creationId xmlns:a16="http://schemas.microsoft.com/office/drawing/2014/main" id="{8560646F-6AA1-E5F4-097B-BFF73CB982CA}"/>
              </a:ext>
            </a:extLst>
          </p:cNvPr>
          <p:cNvSpPr>
            <a:spLocks noGrp="1"/>
          </p:cNvSpPr>
          <p:nvPr>
            <p:ph type="body" sz="quarter" idx="13"/>
          </p:nvPr>
        </p:nvSpPr>
        <p:spPr/>
        <p:txBody>
          <a:bodyPr/>
          <a:lstStyle/>
          <a:p>
            <a:r>
              <a:rPr lang="en-GB" dirty="0"/>
              <a:t>Optional subtitle</a:t>
            </a:r>
          </a:p>
        </p:txBody>
      </p:sp>
      <p:graphicFrame>
        <p:nvGraphicFramePr>
          <p:cNvPr id="10" name="Chart Placeholder 9">
            <a:extLst>
              <a:ext uri="{FF2B5EF4-FFF2-40B4-BE49-F238E27FC236}">
                <a16:creationId xmlns:a16="http://schemas.microsoft.com/office/drawing/2014/main" id="{BFFEC7C7-97FF-2F53-902D-7717DFE9E75B}"/>
              </a:ext>
            </a:extLst>
          </p:cNvPr>
          <p:cNvGraphicFramePr>
            <a:graphicFrameLocks noGrp="1"/>
          </p:cNvGraphicFramePr>
          <p:nvPr>
            <p:ph type="chart" sz="quarter" idx="14"/>
            <p:extLst>
              <p:ext uri="{D42A27DB-BD31-4B8C-83A1-F6EECF244321}">
                <p14:modId xmlns:p14="http://schemas.microsoft.com/office/powerpoint/2010/main" val="817484255"/>
              </p:ext>
            </p:extLst>
          </p:nvPr>
        </p:nvGraphicFramePr>
        <p:xfrm>
          <a:off x="5065713" y="1397000"/>
          <a:ext cx="6616700" cy="44164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78407542"/>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1A841-CEE9-59D7-1680-4E1D51503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C9437-DEE0-4179-385F-92AFD6E8E518}"/>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7F646BF3-6F1C-1410-5B08-59CEBB51D932}"/>
              </a:ext>
            </a:extLst>
          </p:cNvPr>
          <p:cNvSpPr>
            <a:spLocks noGrp="1"/>
          </p:cNvSpPr>
          <p:nvPr>
            <p:ph idx="1"/>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4" name="Text Placeholder 3">
            <a:extLst>
              <a:ext uri="{FF2B5EF4-FFF2-40B4-BE49-F238E27FC236}">
                <a16:creationId xmlns:a16="http://schemas.microsoft.com/office/drawing/2014/main" id="{A0F47B4F-8F30-6D7E-F54D-A482AB5568E5}"/>
              </a:ext>
            </a:extLst>
          </p:cNvPr>
          <p:cNvSpPr>
            <a:spLocks noGrp="1"/>
          </p:cNvSpPr>
          <p:nvPr>
            <p:ph type="body" sz="quarter" idx="13"/>
          </p:nvPr>
        </p:nvSpPr>
        <p:spPr/>
        <p:txBody>
          <a:bodyPr/>
          <a:lstStyle/>
          <a:p>
            <a:r>
              <a:rPr lang="en-GB" dirty="0"/>
              <a:t>Optional subtitle</a:t>
            </a:r>
          </a:p>
        </p:txBody>
      </p:sp>
      <p:graphicFrame>
        <p:nvGraphicFramePr>
          <p:cNvPr id="8" name="Chart Placeholder 7">
            <a:extLst>
              <a:ext uri="{FF2B5EF4-FFF2-40B4-BE49-F238E27FC236}">
                <a16:creationId xmlns:a16="http://schemas.microsoft.com/office/drawing/2014/main" id="{3309DAE6-6BC2-7F0D-E5C0-8026775F9215}"/>
              </a:ext>
            </a:extLst>
          </p:cNvPr>
          <p:cNvGraphicFramePr>
            <a:graphicFrameLocks noGrp="1"/>
          </p:cNvGraphicFramePr>
          <p:nvPr>
            <p:ph type="chart" sz="quarter" idx="14"/>
            <p:extLst>
              <p:ext uri="{D42A27DB-BD31-4B8C-83A1-F6EECF244321}">
                <p14:modId xmlns:p14="http://schemas.microsoft.com/office/powerpoint/2010/main" val="1744778709"/>
              </p:ext>
            </p:extLst>
          </p:nvPr>
        </p:nvGraphicFramePr>
        <p:xfrm>
          <a:off x="5065713" y="1397000"/>
          <a:ext cx="6616700" cy="44164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18388087"/>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72211-2ED3-56C8-6918-A385FED12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9E961F-CB84-FCCB-5F84-0F39C0052BBB}"/>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8C1BF9A6-C521-DDE2-3EBA-A91AB380CE44}"/>
              </a:ext>
            </a:extLst>
          </p:cNvPr>
          <p:cNvSpPr>
            <a:spLocks noGrp="1"/>
          </p:cNvSpPr>
          <p:nvPr>
            <p:ph idx="1"/>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4" name="Text Placeholder 3">
            <a:extLst>
              <a:ext uri="{FF2B5EF4-FFF2-40B4-BE49-F238E27FC236}">
                <a16:creationId xmlns:a16="http://schemas.microsoft.com/office/drawing/2014/main" id="{7DC8DB87-3E6A-2FF8-5920-1E94AD29ECC3}"/>
              </a:ext>
            </a:extLst>
          </p:cNvPr>
          <p:cNvSpPr>
            <a:spLocks noGrp="1"/>
          </p:cNvSpPr>
          <p:nvPr>
            <p:ph type="body" sz="quarter" idx="13"/>
          </p:nvPr>
        </p:nvSpPr>
        <p:spPr/>
        <p:txBody>
          <a:bodyPr/>
          <a:lstStyle/>
          <a:p>
            <a:r>
              <a:rPr lang="en-GB" dirty="0"/>
              <a:t>Optional subtitle</a:t>
            </a:r>
          </a:p>
        </p:txBody>
      </p:sp>
      <p:graphicFrame>
        <p:nvGraphicFramePr>
          <p:cNvPr id="8" name="Chart Placeholder 7">
            <a:extLst>
              <a:ext uri="{FF2B5EF4-FFF2-40B4-BE49-F238E27FC236}">
                <a16:creationId xmlns:a16="http://schemas.microsoft.com/office/drawing/2014/main" id="{0E1B6876-418F-1EE1-1309-38C0C04063AE}"/>
              </a:ext>
            </a:extLst>
          </p:cNvPr>
          <p:cNvGraphicFramePr>
            <a:graphicFrameLocks noGrp="1"/>
          </p:cNvGraphicFramePr>
          <p:nvPr>
            <p:ph type="chart" sz="quarter" idx="14"/>
            <p:extLst>
              <p:ext uri="{D42A27DB-BD31-4B8C-83A1-F6EECF244321}">
                <p14:modId xmlns:p14="http://schemas.microsoft.com/office/powerpoint/2010/main" val="3904279990"/>
              </p:ext>
            </p:extLst>
          </p:nvPr>
        </p:nvGraphicFramePr>
        <p:xfrm>
          <a:off x="5065713" y="1397000"/>
          <a:ext cx="6616700" cy="44164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086463"/>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54412-6480-AC0D-A397-39DF6EB9B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896801-966D-16E9-5CAF-2E7EAC2212BA}"/>
              </a:ext>
            </a:extLst>
          </p:cNvPr>
          <p:cNvSpPr>
            <a:spLocks noGrp="1"/>
          </p:cNvSpPr>
          <p:nvPr>
            <p:ph type="title"/>
          </p:nvPr>
        </p:nvSpPr>
        <p:spPr/>
        <p:txBody>
          <a:bodyPr/>
          <a:lstStyle/>
          <a:p>
            <a:r>
              <a:rPr lang="en-GB" dirty="0"/>
              <a:t>Example title</a:t>
            </a:r>
          </a:p>
        </p:txBody>
      </p:sp>
      <p:sp>
        <p:nvSpPr>
          <p:cNvPr id="3" name="Content Placeholder 2">
            <a:extLst>
              <a:ext uri="{FF2B5EF4-FFF2-40B4-BE49-F238E27FC236}">
                <a16:creationId xmlns:a16="http://schemas.microsoft.com/office/drawing/2014/main" id="{6F5D7E9A-7CD6-A526-0201-C2902B553F8A}"/>
              </a:ext>
            </a:extLst>
          </p:cNvPr>
          <p:cNvSpPr>
            <a:spLocks noGrp="1"/>
          </p:cNvSpPr>
          <p:nvPr>
            <p:ph idx="1"/>
          </p:nvPr>
        </p:nvSpPr>
        <p:spPr/>
        <p:txBody>
          <a:bodyPr/>
          <a:lstStyle/>
          <a:p>
            <a:r>
              <a:rPr lang="en-GB" dirty="0"/>
              <a:t>The standard placeholder includes predefined type levels.</a:t>
            </a:r>
          </a:p>
          <a:p>
            <a:r>
              <a:rPr lang="en-GB" dirty="0"/>
              <a:t>Level one is for standard text</a:t>
            </a:r>
          </a:p>
          <a:p>
            <a:pPr lvl="1"/>
            <a:r>
              <a:rPr lang="en-GB" dirty="0"/>
              <a:t>Level two is for subtitles to the text</a:t>
            </a:r>
          </a:p>
          <a:p>
            <a:pPr lvl="2"/>
            <a:r>
              <a:rPr lang="en-GB" dirty="0"/>
              <a:t>Level three is the first bullet level</a:t>
            </a:r>
          </a:p>
          <a:p>
            <a:pPr lvl="3"/>
            <a:r>
              <a:rPr lang="en-GB" dirty="0"/>
              <a:t>Level four is the second bullet level</a:t>
            </a:r>
          </a:p>
          <a:p>
            <a:pPr lvl="4"/>
            <a:r>
              <a:rPr lang="en-GB" dirty="0"/>
              <a:t>Level five is the third bullet level</a:t>
            </a:r>
          </a:p>
        </p:txBody>
      </p:sp>
      <p:sp>
        <p:nvSpPr>
          <p:cNvPr id="4" name="Text Placeholder 3">
            <a:extLst>
              <a:ext uri="{FF2B5EF4-FFF2-40B4-BE49-F238E27FC236}">
                <a16:creationId xmlns:a16="http://schemas.microsoft.com/office/drawing/2014/main" id="{3761D796-0E96-DF17-9A58-C01BC6F9D274}"/>
              </a:ext>
            </a:extLst>
          </p:cNvPr>
          <p:cNvSpPr>
            <a:spLocks noGrp="1"/>
          </p:cNvSpPr>
          <p:nvPr>
            <p:ph type="body" sz="quarter" idx="13"/>
          </p:nvPr>
        </p:nvSpPr>
        <p:spPr/>
        <p:txBody>
          <a:bodyPr/>
          <a:lstStyle/>
          <a:p>
            <a:r>
              <a:rPr lang="en-GB" dirty="0"/>
              <a:t>Optional subtitle</a:t>
            </a:r>
          </a:p>
        </p:txBody>
      </p:sp>
      <p:graphicFrame>
        <p:nvGraphicFramePr>
          <p:cNvPr id="8" name="Chart Placeholder 7">
            <a:extLst>
              <a:ext uri="{FF2B5EF4-FFF2-40B4-BE49-F238E27FC236}">
                <a16:creationId xmlns:a16="http://schemas.microsoft.com/office/drawing/2014/main" id="{2EA60E79-E329-F2C0-3DCC-141ABF161610}"/>
              </a:ext>
            </a:extLst>
          </p:cNvPr>
          <p:cNvGraphicFramePr>
            <a:graphicFrameLocks noGrp="1"/>
          </p:cNvGraphicFramePr>
          <p:nvPr>
            <p:ph type="chart" sz="quarter" idx="14"/>
            <p:extLst>
              <p:ext uri="{D42A27DB-BD31-4B8C-83A1-F6EECF244321}">
                <p14:modId xmlns:p14="http://schemas.microsoft.com/office/powerpoint/2010/main" val="2615659493"/>
              </p:ext>
            </p:extLst>
          </p:nvPr>
        </p:nvGraphicFramePr>
        <p:xfrm>
          <a:off x="5065713" y="1397000"/>
          <a:ext cx="6616700" cy="44164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96751324"/>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ABA4B-049F-B87D-A035-81F40996813E}"/>
              </a:ext>
            </a:extLst>
          </p:cNvPr>
          <p:cNvSpPr>
            <a:spLocks noGrp="1"/>
          </p:cNvSpPr>
          <p:nvPr>
            <p:ph type="title"/>
          </p:nvPr>
        </p:nvSpPr>
        <p:spPr>
          <a:xfrm>
            <a:off x="7132638" y="1187998"/>
            <a:ext cx="4557712" cy="4628601"/>
          </a:xfrm>
        </p:spPr>
        <p:txBody>
          <a:bodyPr/>
          <a:lstStyle/>
          <a:p>
            <a:r>
              <a:rPr lang="en-GB" dirty="0"/>
              <a:t>Section title</a:t>
            </a:r>
          </a:p>
        </p:txBody>
      </p:sp>
      <p:sp>
        <p:nvSpPr>
          <p:cNvPr id="3" name="Text Placeholder 2">
            <a:extLst>
              <a:ext uri="{FF2B5EF4-FFF2-40B4-BE49-F238E27FC236}">
                <a16:creationId xmlns:a16="http://schemas.microsoft.com/office/drawing/2014/main" id="{6090BEB6-C51F-4FF2-38A4-A9305E773210}"/>
              </a:ext>
            </a:extLst>
          </p:cNvPr>
          <p:cNvSpPr>
            <a:spLocks noGrp="1"/>
          </p:cNvSpPr>
          <p:nvPr>
            <p:ph type="body" sz="quarter" idx="13"/>
          </p:nvPr>
        </p:nvSpPr>
        <p:spPr>
          <a:xfrm>
            <a:off x="501650" y="1188000"/>
            <a:ext cx="4348163" cy="4628600"/>
          </a:xfrm>
        </p:spPr>
        <p:txBody>
          <a:bodyPr/>
          <a:lstStyle/>
          <a:p>
            <a:r>
              <a:rPr lang="en-GB" dirty="0"/>
              <a:t>01</a:t>
            </a:r>
          </a:p>
        </p:txBody>
      </p:sp>
    </p:spTree>
    <p:extLst>
      <p:ext uri="{BB962C8B-B14F-4D97-AF65-F5344CB8AC3E}">
        <p14:creationId xmlns:p14="http://schemas.microsoft.com/office/powerpoint/2010/main" val="347098851"/>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D7075-F7CA-44C0-EF85-5B78F22476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25ABD0-4859-AA20-6737-2B0A672A47D9}"/>
              </a:ext>
            </a:extLst>
          </p:cNvPr>
          <p:cNvSpPr>
            <a:spLocks noGrp="1"/>
          </p:cNvSpPr>
          <p:nvPr>
            <p:ph type="title"/>
          </p:nvPr>
        </p:nvSpPr>
        <p:spPr/>
        <p:txBody>
          <a:bodyPr/>
          <a:lstStyle/>
          <a:p>
            <a:r>
              <a:rPr lang="en-GB" dirty="0"/>
              <a:t>Section title</a:t>
            </a:r>
          </a:p>
        </p:txBody>
      </p:sp>
      <p:sp>
        <p:nvSpPr>
          <p:cNvPr id="3" name="Text Placeholder 2">
            <a:extLst>
              <a:ext uri="{FF2B5EF4-FFF2-40B4-BE49-F238E27FC236}">
                <a16:creationId xmlns:a16="http://schemas.microsoft.com/office/drawing/2014/main" id="{8D542F70-84B1-D562-282F-0E3D455397BD}"/>
              </a:ext>
            </a:extLst>
          </p:cNvPr>
          <p:cNvSpPr>
            <a:spLocks noGrp="1"/>
          </p:cNvSpPr>
          <p:nvPr>
            <p:ph type="body" sz="quarter" idx="13"/>
          </p:nvPr>
        </p:nvSpPr>
        <p:spPr/>
        <p:txBody>
          <a:bodyPr/>
          <a:lstStyle/>
          <a:p>
            <a:r>
              <a:rPr lang="en-GB" dirty="0"/>
              <a:t>02</a:t>
            </a:r>
          </a:p>
        </p:txBody>
      </p:sp>
    </p:spTree>
    <p:extLst>
      <p:ext uri="{BB962C8B-B14F-4D97-AF65-F5344CB8AC3E}">
        <p14:creationId xmlns:p14="http://schemas.microsoft.com/office/powerpoint/2010/main" val="1239041909"/>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32618170-CC72-A9DE-6442-FAA19CB44092}"/>
              </a:ext>
            </a:extLst>
          </p:cNvPr>
          <p:cNvSpPr>
            <a:spLocks noGrp="1"/>
          </p:cNvSpPr>
          <p:nvPr>
            <p:ph type="body" sz="quarter" idx="14"/>
          </p:nvPr>
        </p:nvSpPr>
        <p:spPr/>
        <p:txBody>
          <a:bodyPr/>
          <a:lstStyle/>
          <a:p>
            <a:endParaRPr lang="en-US"/>
          </a:p>
        </p:txBody>
      </p:sp>
      <p:sp>
        <p:nvSpPr>
          <p:cNvPr id="2" name="Text Placeholder 1">
            <a:extLst>
              <a:ext uri="{FF2B5EF4-FFF2-40B4-BE49-F238E27FC236}">
                <a16:creationId xmlns:a16="http://schemas.microsoft.com/office/drawing/2014/main" id="{8E891667-201A-2710-FA48-A8E4EFAE8A9D}"/>
              </a:ext>
            </a:extLst>
          </p:cNvPr>
          <p:cNvSpPr>
            <a:spLocks noGrp="1"/>
          </p:cNvSpPr>
          <p:nvPr>
            <p:ph type="body" sz="quarter" idx="10"/>
          </p:nvPr>
        </p:nvSpPr>
        <p:spPr>
          <a:xfrm>
            <a:off x="501649" y="2644775"/>
            <a:ext cx="3200401" cy="2053225"/>
          </a:xfrm>
        </p:spPr>
        <p:txBody>
          <a:bodyPr/>
          <a:lstStyle/>
          <a:p>
            <a:pPr lvl="1"/>
            <a:r>
              <a:rPr lang="en-US" dirty="0"/>
              <a:t>Name Surname</a:t>
            </a:r>
          </a:p>
          <a:p>
            <a:r>
              <a:rPr lang="en-US" dirty="0"/>
              <a:t>Company position</a:t>
            </a:r>
          </a:p>
          <a:p>
            <a:endParaRPr lang="en-US" dirty="0"/>
          </a:p>
          <a:p>
            <a:r>
              <a:rPr lang="en-US" dirty="0"/>
              <a:t>00 00 00 0000</a:t>
            </a:r>
          </a:p>
          <a:p>
            <a:r>
              <a:rPr lang="en-US" dirty="0"/>
              <a:t>00 00 00 0000</a:t>
            </a:r>
          </a:p>
          <a:p>
            <a:endParaRPr lang="en-US" dirty="0"/>
          </a:p>
          <a:p>
            <a:r>
              <a:rPr lang="en-US" dirty="0"/>
              <a:t>Email.address@allwyn.com</a:t>
            </a:r>
          </a:p>
          <a:p>
            <a:r>
              <a:rPr lang="en-US" dirty="0"/>
              <a:t>www.allwyn.com</a:t>
            </a:r>
            <a:endParaRPr lang="en-GB" dirty="0"/>
          </a:p>
        </p:txBody>
      </p:sp>
      <p:sp>
        <p:nvSpPr>
          <p:cNvPr id="3" name="Text Placeholder 2">
            <a:extLst>
              <a:ext uri="{FF2B5EF4-FFF2-40B4-BE49-F238E27FC236}">
                <a16:creationId xmlns:a16="http://schemas.microsoft.com/office/drawing/2014/main" id="{C5771625-1532-E2BA-2EF1-DE69F25BDDC0}"/>
              </a:ext>
            </a:extLst>
          </p:cNvPr>
          <p:cNvSpPr>
            <a:spLocks noGrp="1"/>
          </p:cNvSpPr>
          <p:nvPr>
            <p:ph type="body" sz="quarter" idx="11"/>
          </p:nvPr>
        </p:nvSpPr>
        <p:spPr>
          <a:xfrm>
            <a:off x="501650" y="4697479"/>
            <a:ext cx="2281238" cy="1800000"/>
          </a:xfrm>
        </p:spPr>
        <p:txBody>
          <a:bodyPr/>
          <a:lstStyle/>
          <a:p>
            <a:pPr lvl="1"/>
            <a:r>
              <a:rPr lang="en-GB" dirty="0"/>
              <a:t>Lucerne – Allwyn HQ</a:t>
            </a:r>
          </a:p>
          <a:p>
            <a:endParaRPr lang="en-GB" dirty="0"/>
          </a:p>
          <a:p>
            <a:r>
              <a:rPr lang="en-GB" dirty="0" err="1"/>
              <a:t>Mühlenplatz</a:t>
            </a:r>
            <a:r>
              <a:rPr lang="en-GB" dirty="0"/>
              <a:t> 9</a:t>
            </a:r>
          </a:p>
          <a:p>
            <a:r>
              <a:rPr lang="en-GB" dirty="0"/>
              <a:t>6004 Lucerne</a:t>
            </a:r>
          </a:p>
          <a:p>
            <a:r>
              <a:rPr lang="en-GB" dirty="0"/>
              <a:t>Switzerland</a:t>
            </a:r>
          </a:p>
        </p:txBody>
      </p:sp>
      <p:sp>
        <p:nvSpPr>
          <p:cNvPr id="4" name="Text Placeholder 3">
            <a:extLst>
              <a:ext uri="{FF2B5EF4-FFF2-40B4-BE49-F238E27FC236}">
                <a16:creationId xmlns:a16="http://schemas.microsoft.com/office/drawing/2014/main" id="{05BAE502-B2E9-F4D5-674A-A63600DA4205}"/>
              </a:ext>
            </a:extLst>
          </p:cNvPr>
          <p:cNvSpPr>
            <a:spLocks noGrp="1"/>
          </p:cNvSpPr>
          <p:nvPr>
            <p:ph type="body" sz="quarter" idx="12"/>
          </p:nvPr>
        </p:nvSpPr>
        <p:spPr>
          <a:xfrm>
            <a:off x="4495799" y="4697413"/>
            <a:ext cx="2580167" cy="1800225"/>
          </a:xfrm>
        </p:spPr>
        <p:txBody>
          <a:bodyPr/>
          <a:lstStyle/>
          <a:p>
            <a:pPr lvl="1"/>
            <a:r>
              <a:rPr lang="de-DE" dirty="0"/>
              <a:t>Prague</a:t>
            </a:r>
          </a:p>
          <a:p>
            <a:endParaRPr lang="de-DE" dirty="0"/>
          </a:p>
          <a:p>
            <a:r>
              <a:rPr lang="de-DE" dirty="0"/>
              <a:t>Evropská 866/71, Vokovice</a:t>
            </a:r>
          </a:p>
          <a:p>
            <a:r>
              <a:rPr lang="de-DE" dirty="0"/>
              <a:t>160 00, Prague 6</a:t>
            </a:r>
          </a:p>
          <a:p>
            <a:r>
              <a:rPr lang="de-DE" dirty="0"/>
              <a:t>Czech Republi</a:t>
            </a:r>
            <a:endParaRPr lang="en-GB" dirty="0"/>
          </a:p>
        </p:txBody>
      </p:sp>
      <p:sp>
        <p:nvSpPr>
          <p:cNvPr id="5" name="Text Placeholder 4">
            <a:extLst>
              <a:ext uri="{FF2B5EF4-FFF2-40B4-BE49-F238E27FC236}">
                <a16:creationId xmlns:a16="http://schemas.microsoft.com/office/drawing/2014/main" id="{42EAE451-B3EF-8097-683F-963B363B084E}"/>
              </a:ext>
            </a:extLst>
          </p:cNvPr>
          <p:cNvSpPr>
            <a:spLocks noGrp="1"/>
          </p:cNvSpPr>
          <p:nvPr>
            <p:ph type="body" sz="quarter" idx="13"/>
          </p:nvPr>
        </p:nvSpPr>
        <p:spPr>
          <a:xfrm>
            <a:off x="8489949" y="4697479"/>
            <a:ext cx="2281238" cy="1800000"/>
          </a:xfrm>
        </p:spPr>
        <p:txBody>
          <a:bodyPr/>
          <a:lstStyle/>
          <a:p>
            <a:pPr lvl="1"/>
            <a:r>
              <a:rPr lang="en-US" dirty="0"/>
              <a:t>London</a:t>
            </a:r>
          </a:p>
          <a:p>
            <a:endParaRPr lang="en-US" dirty="0"/>
          </a:p>
          <a:p>
            <a:r>
              <a:rPr lang="en-US" dirty="0"/>
              <a:t>3 Dering Street, 4th floor</a:t>
            </a:r>
          </a:p>
          <a:p>
            <a:r>
              <a:rPr lang="en-US" dirty="0"/>
              <a:t>London W1S 1AA</a:t>
            </a:r>
          </a:p>
          <a:p>
            <a:r>
              <a:rPr lang="en-US" dirty="0"/>
              <a:t>United Kingdom</a:t>
            </a:r>
            <a:endParaRPr lang="en-GB" dirty="0"/>
          </a:p>
        </p:txBody>
      </p:sp>
    </p:spTree>
    <p:extLst>
      <p:ext uri="{BB962C8B-B14F-4D97-AF65-F5344CB8AC3E}">
        <p14:creationId xmlns:p14="http://schemas.microsoft.com/office/powerpoint/2010/main" val="3041530674"/>
      </p:ext>
    </p:extLst>
  </p:cSld>
  <p:clrMapOvr>
    <a:masterClrMapping/>
  </p:clrMapOvr>
  <p:transition>
    <p:fade/>
  </p:transition>
</p:sld>
</file>

<file path=ppt/theme/theme1.xml><?xml version="1.0" encoding="utf-8"?>
<a:theme xmlns:a="http://schemas.openxmlformats.org/drawingml/2006/main" name="Allwyn GR PowerPoint Theme">
  <a:themeElements>
    <a:clrScheme name="Allwyn GR Colour Theme">
      <a:dk1>
        <a:sysClr val="windowText" lastClr="000000"/>
      </a:dk1>
      <a:lt1>
        <a:sysClr val="window" lastClr="FFFFFF"/>
      </a:lt1>
      <a:dk2>
        <a:srgbClr val="1D4757"/>
      </a:dk2>
      <a:lt2>
        <a:srgbClr val="CCFFFF"/>
      </a:lt2>
      <a:accent1>
        <a:srgbClr val="00A1DD"/>
      </a:accent1>
      <a:accent2>
        <a:srgbClr val="27E2CC"/>
      </a:accent2>
      <a:accent3>
        <a:srgbClr val="1D4757"/>
      </a:accent3>
      <a:accent4>
        <a:srgbClr val="80D0EE"/>
      </a:accent4>
      <a:accent5>
        <a:srgbClr val="829BA3"/>
      </a:accent5>
      <a:accent6>
        <a:srgbClr val="C3CFD1"/>
      </a:accent6>
      <a:hlink>
        <a:srgbClr val="27E2CC"/>
      </a:hlink>
      <a:folHlink>
        <a:srgbClr val="27E2CC"/>
      </a:folHlink>
    </a:clrScheme>
    <a:fontScheme name="Allwyn font theme">
      <a:majorFont>
        <a:latin typeface="PP Pangram Sans Bold"/>
        <a:ea typeface=""/>
        <a:cs typeface=""/>
      </a:majorFont>
      <a:minorFont>
        <a:latin typeface="PP Pangram Sans Medium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dirty="0" err="1" smtClean="0">
            <a:solidFill>
              <a:schemeClr val="tx2"/>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9525">
          <a:solidFill>
            <a:schemeClr val="accent2"/>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solidFill>
              <a:schemeClr val="tx2"/>
            </a:solidFill>
          </a:defRPr>
        </a:defPPr>
      </a:lstStyle>
    </a:txDef>
  </a:objectDefaults>
  <a:extraClrSchemeLst/>
  <a:extLst>
    <a:ext uri="{05A4C25C-085E-4340-85A3-A5531E510DB2}">
      <thm15:themeFamily xmlns:thm15="http://schemas.microsoft.com/office/thememl/2012/main" name="Allwyn PowerPoint template - GR.potx" id="{31E65A48-271B-44A1-B7FD-3A37AA491DAB}" vid="{80F1B2EE-1F45-4C8C-A5DE-570743FD36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BD7EEDFA232348BFB5A77FC1998E55" ma:contentTypeVersion="0" ma:contentTypeDescription="Create a new document." ma:contentTypeScope="" ma:versionID="a7136242d85982b6d3d4109449e2b6a4">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8B3CCC-8661-4D7D-BD30-C68E02FE3175}">
  <ds:schemaRefs>
    <ds:schemaRef ds:uri="http://schemas.microsoft.com/sharepoint/v3/contenttype/forms"/>
  </ds:schemaRefs>
</ds:datastoreItem>
</file>

<file path=customXml/itemProps2.xml><?xml version="1.0" encoding="utf-8"?>
<ds:datastoreItem xmlns:ds="http://schemas.openxmlformats.org/officeDocument/2006/customXml" ds:itemID="{CEDB79B8-D99F-461B-BDAC-064339C98048}">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D3C96A3D-2D16-4602-91D3-A6820DADDA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TotalTime>
  <Words>3017</Words>
  <Application>Microsoft Office PowerPoint</Application>
  <PresentationFormat>Widescreen</PresentationFormat>
  <Paragraphs>522</Paragraphs>
  <Slides>49</Slides>
  <Notes>0</Notes>
  <HiddenSlides>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Aptos</vt:lpstr>
      <vt:lpstr>Arial</vt:lpstr>
      <vt:lpstr>PP Pangram Sans Bold</vt:lpstr>
      <vt:lpstr>PP Pangram Sans Medium Medium</vt:lpstr>
      <vt:lpstr>PP Pangram Sans Semibold Smbold</vt:lpstr>
      <vt:lpstr>Allwyn GR PowerPoint Theme</vt:lpstr>
      <vt:lpstr>Presentation title</vt:lpstr>
      <vt:lpstr>Help with the template</vt:lpstr>
      <vt:lpstr>Help with the template</vt:lpstr>
      <vt:lpstr>Help with the template</vt:lpstr>
      <vt:lpstr>Help with the template</vt:lpstr>
      <vt:lpstr>Help with the template</vt:lpstr>
      <vt:lpstr>Presentation title</vt:lpstr>
      <vt:lpstr>Presentation title</vt:lpstr>
      <vt:lpstr>Presentation title</vt:lpstr>
      <vt:lpstr>Presentation title</vt:lpstr>
      <vt:lpstr>Presentation title</vt:lpstr>
      <vt:lpstr>Agenda</vt:lpstr>
      <vt:lpstr>Agenda</vt:lpstr>
      <vt:lpstr>Agenda</vt:lpstr>
      <vt:lpstr>Agenda</vt:lpstr>
      <vt:lpstr>Agenda</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Example title</vt:lpstr>
      <vt:lpstr>Section title</vt:lpstr>
      <vt:lpstr>Section title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Mukendi Clement</dc:creator>
  <cp:lastModifiedBy>Mukendi Clement</cp:lastModifiedBy>
  <cp:revision>2</cp:revision>
  <dcterms:created xsi:type="dcterms:W3CDTF">2026-02-12T08:10:03Z</dcterms:created>
  <dcterms:modified xsi:type="dcterms:W3CDTF">2026-02-24T09:11:13Z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0x01010081BD7EEDFA232348BFB5A77FC1998E55</vt:lpwstr>
  </property>
  <property fmtid="{D5CDD505-2E9C-101B-9397-08002B2CF9AE}" pid="3" name="MSIP_Label_dd30749f-88c3-4aa3-afee-0aa7f828210c_Enabled">
    <vt:lpwstr>true</vt:lpwstr>
  </property>
  <property fmtid="{D5CDD505-2E9C-101B-9397-08002B2CF9AE}" pid="4" name="MSIP_Label_dd30749f-88c3-4aa3-afee-0aa7f828210c_SetDate">
    <vt:lpwstr>2026-02-24T09:09:53Z</vt:lpwstr>
  </property>
  <property fmtid="{D5CDD505-2E9C-101B-9397-08002B2CF9AE}" pid="5" name="MSIP_Label_dd30749f-88c3-4aa3-afee-0aa7f828210c_Method">
    <vt:lpwstr>Privileged</vt:lpwstr>
  </property>
  <property fmtid="{D5CDD505-2E9C-101B-9397-08002B2CF9AE}" pid="6" name="MSIP_Label_dd30749f-88c3-4aa3-afee-0aa7f828210c_Name">
    <vt:lpwstr>[Business - Internal Use]</vt:lpwstr>
  </property>
  <property fmtid="{D5CDD505-2E9C-101B-9397-08002B2CF9AE}" pid="7" name="MSIP_Label_dd30749f-88c3-4aa3-afee-0aa7f828210c_SiteId">
    <vt:lpwstr>97c3f67d-6d05-42a8-9ec0-d8e78cd4aedc</vt:lpwstr>
  </property>
  <property fmtid="{D5CDD505-2E9C-101B-9397-08002B2CF9AE}" pid="8" name="MSIP_Label_dd30749f-88c3-4aa3-afee-0aa7f828210c_ActionId">
    <vt:lpwstr>4e02adb9-d917-40e0-817a-69f029d2e166</vt:lpwstr>
  </property>
  <property fmtid="{D5CDD505-2E9C-101B-9397-08002B2CF9AE}" pid="9" name="MSIP_Label_dd30749f-88c3-4aa3-afee-0aa7f828210c_ContentBits">
    <vt:lpwstr>2</vt:lpwstr>
  </property>
  <property fmtid="{D5CDD505-2E9C-101B-9397-08002B2CF9AE}" pid="10" name="MSIP_Label_dd30749f-88c3-4aa3-afee-0aa7f828210c_Tag">
    <vt:lpwstr>10, 0, 1, 1</vt:lpwstr>
  </property>
  <property fmtid="{D5CDD505-2E9C-101B-9397-08002B2CF9AE}" pid="11" name="ClassificationContentMarkingFooterLocations">
    <vt:lpwstr>Allwyn GR PowerPoint Theme:9</vt:lpwstr>
  </property>
  <property fmtid="{D5CDD505-2E9C-101B-9397-08002B2CF9AE}" pid="12" name="ClassificationContentMarkingFooterText">
    <vt:lpwstr>[Business/Internal Use]</vt:lpwstr>
  </property>
</Properties>
</file>